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63" r:id="rId6"/>
    <p:sldId id="259" r:id="rId7"/>
    <p:sldId id="264" r:id="rId8"/>
    <p:sldId id="260" r:id="rId9"/>
    <p:sldId id="265" r:id="rId10"/>
    <p:sldId id="261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926"/>
    <p:restoredTop sz="94604"/>
  </p:normalViewPr>
  <p:slideViewPr>
    <p:cSldViewPr snapToGrid="0">
      <p:cViewPr>
        <p:scale>
          <a:sx n="106" d="100"/>
          <a:sy n="106" d="100"/>
        </p:scale>
        <p:origin x="35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5EEA-423C-E0FE-4883-E50278DE6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C61FF-5CCB-DA40-63F1-9CAEA66FD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F1129-B475-5DA9-2B63-78F9C690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60012-57F3-93C9-84C9-568BB569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7746F-7D62-CAA7-BD43-BD24B4794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60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C1E9-07F2-D689-CE62-8A0B1F28C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7A116-83C1-8249-4A99-93F3EC9AF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80DD5-8F19-CF5F-62FA-DAC2DD423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0C379-6831-26EF-A941-74D16677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D581E-A3C4-B8B1-513A-71CB95D98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20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0DADA-3777-7217-9772-7313CDC0A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4F181-DA21-A568-E014-27028C565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FF917-194F-F338-B603-F9A32B57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3830F-D9D1-C6CB-808A-09DF263E2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7A03E-8383-AF1E-9BC6-8C7BD2B2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03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06FE1-9E95-3D37-164C-018953AC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E7F42-9F6B-C8CE-D557-DFB5ED561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5D49C-BEE5-8A3F-0F41-73A3123EE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75EEF-85E1-A96A-4126-7530EF897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7/11/25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1288F-BA3A-90AD-144B-2EA98B68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AD223-57A8-62E7-88BF-E1F655BC3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08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566ED-CF11-7B30-60A6-2A04D4F2F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071A9-6B38-205F-C2E3-5BCCA0499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B36A6-B838-710D-2A57-0F435870C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CABE98-3301-279E-126A-25EDA7231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50FF9-DC11-0FAF-24DE-6EE7E55692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538988-D352-1804-0A5C-D0AFB719F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7/11/25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DD56A9-4038-2EC1-EF54-8626B6A4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FF322B-7F47-1822-E2C0-17CC6815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0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9BFE3-50CF-7267-9C92-9132CFB0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EB9576-F22E-7BFF-9182-59DEC9CF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7/11/25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CA875-F21D-36B2-045D-896EA27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C8B96-991A-8062-03FE-648C2AD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13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DC2C96-C10F-B022-14AA-0C012762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7/11/25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DD86E-7D31-A20C-BF43-587A31CC2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18704-8A5D-37FC-C0A7-A343CE34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351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4F17D-2719-6885-2CC5-4215F32D0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FBE61-BF66-DB65-2E53-84E9ECE4D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64E47-AE24-E401-7EFD-BD6E482CB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3DA63-03C7-2F83-890C-6A671128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7/11/25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74036-7CBA-654A-06FD-61555E40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391AB-2806-A3D3-BB51-95851F7C5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13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81668-C149-6A33-15F9-9C2FD44DB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C5CFFA-05D2-A953-3204-F1A4428FA9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6969D-E0DE-9C94-A19A-FE4AD6E65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E115D-6CAE-C365-5073-DF786B9F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7/11/25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F6514-D1E4-E762-4B2E-4204D67CB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577A6-806A-F0D3-0F65-79E3E248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486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9BECA-3E8F-AF1E-9A46-882484FCD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77CB0-3DD9-3050-4015-27D695DAD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90659-9C6B-EFC9-0E81-36FFD3044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9DA91-81B6-5847-CF63-055E5C282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FBBEA-56BF-19CE-6321-D78752B6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08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14F97D-7361-BB2D-EA0B-BB04AE9863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611F1-6FAD-DA2F-F8B5-57BCCCD76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997A6-E9E1-52AA-2C59-2944B1B67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89818-5BE3-63AA-3713-AD391B81D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AD280-1A33-890C-6B85-370A8BED4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04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75E64-F642-9CBC-AC4A-ECBE3BCC7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34A32-50BA-491D-8F00-9C082CB29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D4977-BE1F-24BF-A3B9-8943664BB4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125202-1768-C345-A262-DE2D8F67AF0E}" type="datetimeFigureOut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DAD13-E44E-E51E-D921-1DC015F35E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84409-2421-86F0-2D20-D6D704C6C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24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media" Target="../media/media4.mp4"/><Relationship Id="rId7" Type="http://schemas.openxmlformats.org/officeDocument/2006/relationships/image" Target="../media/image12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1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4.mp4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B1823-B09D-5631-C0EF-C8D0364F15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6/24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F4C82C-D3C3-DF23-A4A5-F834DCF92D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55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255DE-301C-F306-0802-0DBFAF6DF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Usage</a:t>
            </a:r>
          </a:p>
        </p:txBody>
      </p:sp>
      <p:pic>
        <p:nvPicPr>
          <p:cNvPr id="5" name="Content Placeholder 4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3273F709-13ED-F400-69C5-50A6D9D27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335" y="2141537"/>
            <a:ext cx="10359329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C79869-36BD-EEE7-6EF6-4F80AB887C00}"/>
              </a:ext>
            </a:extLst>
          </p:cNvPr>
          <p:cNvSpPr txBox="1"/>
          <p:nvPr/>
        </p:nvSpPr>
        <p:spPr>
          <a:xfrm>
            <a:off x="916335" y="1687047"/>
            <a:ext cx="4822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Hour after injection (</a:t>
            </a:r>
            <a:r>
              <a:rPr lang="en-US" dirty="0" err="1"/>
              <a:t>k_dd</a:t>
            </a:r>
            <a:r>
              <a:rPr lang="en-US" dirty="0"/>
              <a:t>) vs Baseline (</a:t>
            </a:r>
            <a:r>
              <a:rPr lang="en-US" dirty="0" err="1"/>
              <a:t>k_bb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021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CCDFB-D906-36DC-7B44-FEEFB3703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t-test with FDR adjusted p-value</a:t>
            </a:r>
          </a:p>
        </p:txBody>
      </p:sp>
      <p:pic>
        <p:nvPicPr>
          <p:cNvPr id="5" name="Content Placeholder 4" descr="A table of numbers with black text&#10;&#10;AI-generated content may be incorrect.">
            <a:extLst>
              <a:ext uri="{FF2B5EF4-FFF2-40B4-BE49-F238E27FC236}">
                <a16:creationId xmlns:a16="http://schemas.microsoft.com/office/drawing/2014/main" id="{24BA33D9-1D0B-93CB-FDAF-481A186B21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9884" y="1575074"/>
            <a:ext cx="4994432" cy="473830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8B077F-F935-380E-638D-CF36ABD574DB}"/>
              </a:ext>
            </a:extLst>
          </p:cNvPr>
          <p:cNvSpPr txBox="1"/>
          <p:nvPr/>
        </p:nvSpPr>
        <p:spPr>
          <a:xfrm>
            <a:off x="6416872" y="1575074"/>
            <a:ext cx="424617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Syllable test between </a:t>
            </a:r>
            <a:r>
              <a:rPr lang="en-US" dirty="0" err="1"/>
              <a:t>k_dd</a:t>
            </a:r>
            <a:r>
              <a:rPr lang="en-US" dirty="0"/>
              <a:t> group and </a:t>
            </a:r>
            <a:r>
              <a:rPr lang="en-US" dirty="0" err="1"/>
              <a:t>k_bb</a:t>
            </a:r>
            <a:r>
              <a:rPr lang="en-US" dirty="0"/>
              <a:t> group, which is the ketamine injection group after 2 hours compared with the baseline group.</a:t>
            </a:r>
          </a:p>
          <a:p>
            <a:endParaRPr lang="en-US" dirty="0"/>
          </a:p>
          <a:p>
            <a:r>
              <a:rPr lang="en-US" dirty="0"/>
              <a:t>The p-value for syllable 35, 32, 47, 4, 28</a:t>
            </a:r>
          </a:p>
          <a:p>
            <a:r>
              <a:rPr lang="en-US" dirty="0"/>
              <a:t>42 is less than 0.05. However, the FDR p-values are all non-significant.</a:t>
            </a:r>
          </a:p>
          <a:p>
            <a:endParaRPr lang="en-US" dirty="0"/>
          </a:p>
          <a:p>
            <a:r>
              <a:rPr lang="en-US" dirty="0"/>
              <a:t>I used Benjamini-Hochberg’s method for the FDR</a:t>
            </a:r>
          </a:p>
        </p:txBody>
      </p:sp>
    </p:spTree>
    <p:extLst>
      <p:ext uri="{BB962C8B-B14F-4D97-AF65-F5344CB8AC3E}">
        <p14:creationId xmlns:p14="http://schemas.microsoft.com/office/powerpoint/2010/main" val="2441170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81B6C-B85A-78D8-89FE-4D6A49EF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96FB6-B980-5102-0EF1-890503E3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335F92-AEC3-F945-67E0-7EB7B324CD5A}"/>
              </a:ext>
            </a:extLst>
          </p:cNvPr>
          <p:cNvSpPr txBox="1"/>
          <p:nvPr/>
        </p:nvSpPr>
        <p:spPr>
          <a:xfrm>
            <a:off x="916335" y="1687047"/>
            <a:ext cx="4867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 Hour after injection (k_24) vs Baseline (</a:t>
            </a:r>
            <a:r>
              <a:rPr lang="en-US" dirty="0" err="1"/>
              <a:t>k_bb</a:t>
            </a:r>
            <a:r>
              <a:rPr lang="en-US" dirty="0"/>
              <a:t>)</a:t>
            </a:r>
          </a:p>
        </p:txBody>
      </p:sp>
      <p:pic>
        <p:nvPicPr>
          <p:cNvPr id="8" name="Content Placeholder 7" descr="A graph with orange and blue lines&#10;&#10;AI-generated content may be incorrect.">
            <a:extLst>
              <a:ext uri="{FF2B5EF4-FFF2-40B4-BE49-F238E27FC236}">
                <a16:creationId xmlns:a16="http://schemas.microsoft.com/office/drawing/2014/main" id="{4195C9B3-F03C-2E5A-2F00-70BD5FCBE0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335" y="2175281"/>
            <a:ext cx="10515600" cy="4317594"/>
          </a:xfrm>
        </p:spPr>
      </p:pic>
    </p:spTree>
    <p:extLst>
      <p:ext uri="{BB962C8B-B14F-4D97-AF65-F5344CB8AC3E}">
        <p14:creationId xmlns:p14="http://schemas.microsoft.com/office/powerpoint/2010/main" val="3149775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15C34-EAA3-C96E-733D-B4AE729EB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D76B-AC67-CA73-CD8D-722E2C0CC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t-test with FDR adjusted p-value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1B5E7-22F0-1375-7A1A-71F5E758AEFF}"/>
              </a:ext>
            </a:extLst>
          </p:cNvPr>
          <p:cNvSpPr txBox="1"/>
          <p:nvPr/>
        </p:nvSpPr>
        <p:spPr>
          <a:xfrm>
            <a:off x="6096000" y="1606854"/>
            <a:ext cx="42461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Syllable test between k_24 group and </a:t>
            </a:r>
            <a:r>
              <a:rPr lang="en-US" dirty="0" err="1"/>
              <a:t>k_bb</a:t>
            </a:r>
            <a:r>
              <a:rPr lang="en-US" dirty="0"/>
              <a:t> group, which is the ketamine injection group after 24 hours compared with the baseline group.</a:t>
            </a:r>
          </a:p>
          <a:p>
            <a:endParaRPr lang="en-US" dirty="0"/>
          </a:p>
          <a:p>
            <a:r>
              <a:rPr lang="en-US" dirty="0"/>
              <a:t>None of the syllable has significant usage difference.</a:t>
            </a:r>
          </a:p>
        </p:txBody>
      </p:sp>
      <p:pic>
        <p:nvPicPr>
          <p:cNvPr id="12" name="Content Placeholder 11" descr="A table of numbers with black text&#10;&#10;AI-generated content may be incorrect.">
            <a:extLst>
              <a:ext uri="{FF2B5EF4-FFF2-40B4-BE49-F238E27FC236}">
                <a16:creationId xmlns:a16="http://schemas.microsoft.com/office/drawing/2014/main" id="{193C80EA-1D3B-F815-58F3-FC97F842BA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77951"/>
            <a:ext cx="4816366" cy="4713091"/>
          </a:xfrm>
        </p:spPr>
      </p:pic>
    </p:spTree>
    <p:extLst>
      <p:ext uri="{BB962C8B-B14F-4D97-AF65-F5344CB8AC3E}">
        <p14:creationId xmlns:p14="http://schemas.microsoft.com/office/powerpoint/2010/main" val="56448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5E154-7938-A35A-7551-2985D9CB1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9ACF7-BCD5-78F1-AEBB-01BCF0C77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4EA828-0303-C1C1-EE85-9687C49D72CA}"/>
              </a:ext>
            </a:extLst>
          </p:cNvPr>
          <p:cNvSpPr txBox="1"/>
          <p:nvPr/>
        </p:nvSpPr>
        <p:spPr>
          <a:xfrm>
            <a:off x="916335" y="1687047"/>
            <a:ext cx="4867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48 Hour after injection (k_48) vs Baseline (</a:t>
            </a:r>
            <a:r>
              <a:rPr lang="en-US" dirty="0" err="1"/>
              <a:t>k_bb</a:t>
            </a:r>
            <a:r>
              <a:rPr lang="en-US" dirty="0"/>
              <a:t>)</a:t>
            </a:r>
          </a:p>
        </p:txBody>
      </p:sp>
      <p:pic>
        <p:nvPicPr>
          <p:cNvPr id="7" name="Content Placeholder 6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C2213771-ED7F-ADDD-5C3D-F38407D9FB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64776"/>
            <a:ext cx="10515600" cy="4328099"/>
          </a:xfrm>
        </p:spPr>
      </p:pic>
    </p:spTree>
    <p:extLst>
      <p:ext uri="{BB962C8B-B14F-4D97-AF65-F5344CB8AC3E}">
        <p14:creationId xmlns:p14="http://schemas.microsoft.com/office/powerpoint/2010/main" val="1210676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FCD17-A445-1EA4-BBD4-FF291DA27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35D17-BCF9-D8EC-61F2-A53B3B73A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t-test with FDR adjusted p-value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B10FD9-4D40-BA3F-A793-EAF6C79B659F}"/>
              </a:ext>
            </a:extLst>
          </p:cNvPr>
          <p:cNvSpPr txBox="1"/>
          <p:nvPr/>
        </p:nvSpPr>
        <p:spPr>
          <a:xfrm>
            <a:off x="6096000" y="1606854"/>
            <a:ext cx="42461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Syllable test between k_48 group and </a:t>
            </a:r>
            <a:r>
              <a:rPr lang="en-US" dirty="0" err="1"/>
              <a:t>k_bb</a:t>
            </a:r>
            <a:r>
              <a:rPr lang="en-US" dirty="0"/>
              <a:t> group, which is the ketamine injection group after 48 hours compared with the baseline group.</a:t>
            </a:r>
          </a:p>
          <a:p>
            <a:endParaRPr lang="en-US" dirty="0"/>
          </a:p>
          <a:p>
            <a:r>
              <a:rPr lang="en-US" dirty="0"/>
              <a:t>Syllable 32 has a p-value less than 0.05, but FDR p-value is non-significant.</a:t>
            </a:r>
          </a:p>
        </p:txBody>
      </p:sp>
      <p:pic>
        <p:nvPicPr>
          <p:cNvPr id="7" name="Content Placeholder 6" descr="A table of numbers and letters&#10;&#10;AI-generated content may be incorrect.">
            <a:extLst>
              <a:ext uri="{FF2B5EF4-FFF2-40B4-BE49-F238E27FC236}">
                <a16:creationId xmlns:a16="http://schemas.microsoft.com/office/drawing/2014/main" id="{50720248-95CE-BA4A-392E-AC7315FA8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3920" y="1606853"/>
            <a:ext cx="4782619" cy="4688843"/>
          </a:xfrm>
        </p:spPr>
      </p:pic>
    </p:spTree>
    <p:extLst>
      <p:ext uri="{BB962C8B-B14F-4D97-AF65-F5344CB8AC3E}">
        <p14:creationId xmlns:p14="http://schemas.microsoft.com/office/powerpoint/2010/main" val="2069835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D0825-57E2-A593-D5C8-EEA2FE572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CA94-4F9F-06AA-AF0D-8FDE81A0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1E179A-3BAA-5CA3-AB79-1A0D0DC610FF}"/>
              </a:ext>
            </a:extLst>
          </p:cNvPr>
          <p:cNvSpPr txBox="1"/>
          <p:nvPr/>
        </p:nvSpPr>
        <p:spPr>
          <a:xfrm>
            <a:off x="916335" y="1687047"/>
            <a:ext cx="4867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72 Hour after injection (k_72) vs Baseline (</a:t>
            </a:r>
            <a:r>
              <a:rPr lang="en-US" dirty="0" err="1"/>
              <a:t>k_bb</a:t>
            </a:r>
            <a:r>
              <a:rPr lang="en-US" dirty="0"/>
              <a:t>)</a:t>
            </a:r>
          </a:p>
        </p:txBody>
      </p:sp>
      <p:pic>
        <p:nvPicPr>
          <p:cNvPr id="8" name="Content Placeholder 7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0E4A8448-6E98-4ED9-8754-C71036C92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335" y="2141537"/>
            <a:ext cx="10287806" cy="4351338"/>
          </a:xfrm>
        </p:spPr>
      </p:pic>
    </p:spTree>
    <p:extLst>
      <p:ext uri="{BB962C8B-B14F-4D97-AF65-F5344CB8AC3E}">
        <p14:creationId xmlns:p14="http://schemas.microsoft.com/office/powerpoint/2010/main" val="3011089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D4E0B-2ADB-D0ED-DD83-C2BD1E184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A1DE6-9E59-FA13-436F-5A9BA38F4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t-test with FDR adjusted p-value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CCF059-751B-894E-925A-C5059CA56D88}"/>
              </a:ext>
            </a:extLst>
          </p:cNvPr>
          <p:cNvSpPr txBox="1"/>
          <p:nvPr/>
        </p:nvSpPr>
        <p:spPr>
          <a:xfrm>
            <a:off x="6096000" y="1606854"/>
            <a:ext cx="42461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Syllable test between k_72 group and </a:t>
            </a:r>
            <a:r>
              <a:rPr lang="en-US" dirty="0" err="1"/>
              <a:t>k_bb</a:t>
            </a:r>
            <a:r>
              <a:rPr lang="en-US" dirty="0"/>
              <a:t> group, which is the ketamine injection group after 72 hours compared with the baseline group.</a:t>
            </a:r>
          </a:p>
          <a:p>
            <a:endParaRPr lang="en-US" dirty="0"/>
          </a:p>
          <a:p>
            <a:r>
              <a:rPr lang="en-US" dirty="0"/>
              <a:t>None of the syllable has significant usage difference.</a:t>
            </a:r>
          </a:p>
        </p:txBody>
      </p:sp>
      <p:pic>
        <p:nvPicPr>
          <p:cNvPr id="8" name="Content Placeholder 7" descr="A table of numbers with black text&#10;&#10;AI-generated content may be incorrect.">
            <a:extLst>
              <a:ext uri="{FF2B5EF4-FFF2-40B4-BE49-F238E27FC236}">
                <a16:creationId xmlns:a16="http://schemas.microsoft.com/office/drawing/2014/main" id="{DCF64463-428D-F7C3-FBBC-72E579FC5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678" y="1533282"/>
            <a:ext cx="4817729" cy="4770124"/>
          </a:xfrm>
        </p:spPr>
      </p:pic>
    </p:spTree>
    <p:extLst>
      <p:ext uri="{BB962C8B-B14F-4D97-AF65-F5344CB8AC3E}">
        <p14:creationId xmlns:p14="http://schemas.microsoft.com/office/powerpoint/2010/main" val="414579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340B-D95B-1E1E-D3FE-195B02A6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Syllable </a:t>
            </a:r>
            <a:r>
              <a:rPr lang="en-US" altLang="zh-CN" dirty="0"/>
              <a:t>32                             </a:t>
            </a:r>
            <a:r>
              <a:rPr lang="en-US" dirty="0"/>
              <a:t>Syllable </a:t>
            </a:r>
            <a:r>
              <a:rPr lang="en-US" altLang="zh-CN" dirty="0"/>
              <a:t>35</a:t>
            </a:r>
            <a:endParaRPr lang="en-US" dirty="0"/>
          </a:p>
        </p:txBody>
      </p:sp>
      <p:pic>
        <p:nvPicPr>
          <p:cNvPr id="7" name="syllable_sorted-id-32_(usage)_original-id-05">
            <a:hlinkClick r:id="" action="ppaction://media"/>
            <a:extLst>
              <a:ext uri="{FF2B5EF4-FFF2-40B4-BE49-F238E27FC236}">
                <a16:creationId xmlns:a16="http://schemas.microsoft.com/office/drawing/2014/main" id="{6C931E6D-5642-2FB1-B8D6-584794C59EA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" y="1690687"/>
            <a:ext cx="4632409" cy="4632409"/>
          </a:xfrm>
        </p:spPr>
      </p:pic>
      <p:pic>
        <p:nvPicPr>
          <p:cNvPr id="8" name="syllable_sorted-id-35_(usage)_original-id-17">
            <a:hlinkClick r:id="" action="ppaction://media"/>
            <a:extLst>
              <a:ext uri="{FF2B5EF4-FFF2-40B4-BE49-F238E27FC236}">
                <a16:creationId xmlns:a16="http://schemas.microsoft.com/office/drawing/2014/main" id="{90EDF4C7-959E-EF56-340A-0003EAB4962C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529317" y="1690687"/>
            <a:ext cx="4632409" cy="463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68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667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340B-D95B-1E1E-D3FE-195B02A6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Syllable 47</a:t>
            </a:r>
            <a:r>
              <a:rPr lang="en-US" altLang="zh-CN" dirty="0"/>
              <a:t>                             </a:t>
            </a:r>
            <a:r>
              <a:rPr lang="en-US" dirty="0"/>
              <a:t>Syllable 4</a:t>
            </a:r>
          </a:p>
        </p:txBody>
      </p:sp>
      <p:pic>
        <p:nvPicPr>
          <p:cNvPr id="5" name="syllable_sorted-id-47_(usage)_original-id-48">
            <a:hlinkClick r:id="" action="ppaction://media"/>
            <a:extLst>
              <a:ext uri="{FF2B5EF4-FFF2-40B4-BE49-F238E27FC236}">
                <a16:creationId xmlns:a16="http://schemas.microsoft.com/office/drawing/2014/main" id="{DC09F5AA-938C-6866-B8A5-966DCDB23445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30276" y="1690688"/>
            <a:ext cx="4632408" cy="4632408"/>
          </a:xfrm>
        </p:spPr>
      </p:pic>
      <p:pic>
        <p:nvPicPr>
          <p:cNvPr id="6" name="syllable_sorted-id-04_(usage)_original-id-18">
            <a:hlinkClick r:id="" action="ppaction://media"/>
            <a:extLst>
              <a:ext uri="{FF2B5EF4-FFF2-40B4-BE49-F238E27FC236}">
                <a16:creationId xmlns:a16="http://schemas.microsoft.com/office/drawing/2014/main" id="{CABCDFB3-693D-D554-E860-45CAF2C4798D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529317" y="1690689"/>
            <a:ext cx="4632407" cy="463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57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6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7764B-73C7-5669-B8B9-383637D3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32 trend in the ketamine group (Grooming)</a:t>
            </a:r>
          </a:p>
        </p:txBody>
      </p:sp>
      <p:pic>
        <p:nvPicPr>
          <p:cNvPr id="5" name="Content Placeholder 4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ADD3C540-D5DA-533C-7339-D8CAD97A3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6440"/>
            <a:ext cx="7104727" cy="4351338"/>
          </a:xfrm>
        </p:spPr>
      </p:pic>
    </p:spTree>
    <p:extLst>
      <p:ext uri="{BB962C8B-B14F-4D97-AF65-F5344CB8AC3E}">
        <p14:creationId xmlns:p14="http://schemas.microsoft.com/office/powerpoint/2010/main" val="1557570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E815-9E79-94BD-EC3E-4A24B49B2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35 trend in the ketamine group</a:t>
            </a:r>
          </a:p>
        </p:txBody>
      </p:sp>
      <p:pic>
        <p:nvPicPr>
          <p:cNvPr id="5" name="Content Placeholder 4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8CCB24D0-5BF6-6813-3B6D-B50D1AAF6C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1924"/>
            <a:ext cx="7206903" cy="4351338"/>
          </a:xfrm>
        </p:spPr>
      </p:pic>
    </p:spTree>
    <p:extLst>
      <p:ext uri="{BB962C8B-B14F-4D97-AF65-F5344CB8AC3E}">
        <p14:creationId xmlns:p14="http://schemas.microsoft.com/office/powerpoint/2010/main" val="1732157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E88FC-0ECC-D1B0-2C1E-E853B506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47 trend in the ketamine group</a:t>
            </a:r>
            <a:br>
              <a:rPr lang="en-US" dirty="0"/>
            </a:br>
            <a:r>
              <a:rPr lang="en-US" dirty="0"/>
              <a:t>(rearing)</a:t>
            </a:r>
          </a:p>
        </p:txBody>
      </p:sp>
      <p:pic>
        <p:nvPicPr>
          <p:cNvPr id="5" name="Content Placeholder 4" descr="A graph with blue lines&#10;&#10;AI-generated content may be incorrect.">
            <a:extLst>
              <a:ext uri="{FF2B5EF4-FFF2-40B4-BE49-F238E27FC236}">
                <a16:creationId xmlns:a16="http://schemas.microsoft.com/office/drawing/2014/main" id="{FA74E9AC-BCAF-8FE0-F595-36E6F9F35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1537"/>
            <a:ext cx="7422139" cy="4351338"/>
          </a:xfrm>
        </p:spPr>
      </p:pic>
    </p:spTree>
    <p:extLst>
      <p:ext uri="{BB962C8B-B14F-4D97-AF65-F5344CB8AC3E}">
        <p14:creationId xmlns:p14="http://schemas.microsoft.com/office/powerpoint/2010/main" val="2442272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2D42-FB3F-CDCA-FB14-AB20F613A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4 trend in the ketamine group</a:t>
            </a:r>
          </a:p>
        </p:txBody>
      </p:sp>
      <p:pic>
        <p:nvPicPr>
          <p:cNvPr id="5" name="Content Placeholder 4" descr="A graph with blue lines&#10;&#10;AI-generated content may be incorrect.">
            <a:extLst>
              <a:ext uri="{FF2B5EF4-FFF2-40B4-BE49-F238E27FC236}">
                <a16:creationId xmlns:a16="http://schemas.microsoft.com/office/drawing/2014/main" id="{E3E03C2B-71BE-4385-89AE-F7091B671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1720"/>
            <a:ext cx="7215664" cy="4351338"/>
          </a:xfrm>
        </p:spPr>
      </p:pic>
    </p:spTree>
    <p:extLst>
      <p:ext uri="{BB962C8B-B14F-4D97-AF65-F5344CB8AC3E}">
        <p14:creationId xmlns:p14="http://schemas.microsoft.com/office/powerpoint/2010/main" val="81241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323</Words>
  <Application>Microsoft Macintosh PowerPoint</Application>
  <PresentationFormat>Widescreen</PresentationFormat>
  <Paragraphs>34</Paragraphs>
  <Slides>15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6/24 Update</vt:lpstr>
      <vt:lpstr>Syllable Usage</vt:lpstr>
      <vt:lpstr>Syllable t-test with FDR adjusted p-value</vt:lpstr>
      <vt:lpstr>Syllable Usage</vt:lpstr>
      <vt:lpstr>Syllable t-test with FDR adjusted p-value</vt:lpstr>
      <vt:lpstr>Syllable Usage</vt:lpstr>
      <vt:lpstr>Syllable t-test with FDR adjusted p-value</vt:lpstr>
      <vt:lpstr>Syllable Usage</vt:lpstr>
      <vt:lpstr>Syllable t-test with FDR adjusted p-value</vt:lpstr>
      <vt:lpstr>        Syllable 32                             Syllable 35</vt:lpstr>
      <vt:lpstr>        Syllable 47                             Syllable 4</vt:lpstr>
      <vt:lpstr>Syllable 32 trend in the ketamine group (Grooming)</vt:lpstr>
      <vt:lpstr>Syllable 35 trend in the ketamine group</vt:lpstr>
      <vt:lpstr>Syllable 47 trend in the ketamine group (rearing)</vt:lpstr>
      <vt:lpstr>Syllable 4 trend in the ketamine group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YangMohan</dc:creator>
  <cp:lastModifiedBy>YangMohan</cp:lastModifiedBy>
  <cp:revision>8</cp:revision>
  <dcterms:created xsi:type="dcterms:W3CDTF">2025-06-24T16:49:45Z</dcterms:created>
  <dcterms:modified xsi:type="dcterms:W3CDTF">2025-07-11T17:12:20Z</dcterms:modified>
</cp:coreProperties>
</file>