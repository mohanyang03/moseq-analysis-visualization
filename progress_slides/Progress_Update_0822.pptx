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3" r:id="rId6"/>
    <p:sldId id="270" r:id="rId7"/>
    <p:sldId id="271" r:id="rId8"/>
    <p:sldId id="273" r:id="rId9"/>
    <p:sldId id="261" r:id="rId10"/>
    <p:sldId id="266" r:id="rId11"/>
    <p:sldId id="262" r:id="rId12"/>
    <p:sldId id="267" r:id="rId13"/>
    <p:sldId id="264" r:id="rId14"/>
    <p:sldId id="268" r:id="rId15"/>
    <p:sldId id="265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2"/>
  </p:normalViewPr>
  <p:slideViewPr>
    <p:cSldViewPr snapToGrid="0">
      <p:cViewPr varScale="1">
        <p:scale>
          <a:sx n="120" d="100"/>
          <a:sy n="120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FD3EE-6F27-F948-8AFC-FFDE71DBDB18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410171-576C-A641-9065-DDBB719F7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26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10171-576C-A641-9065-DDBB719F74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41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8157-C081-3EC9-02F3-FAC586175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DC600-03FC-7B76-AD6A-776F9B1AE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B8FCF-B838-4C74-807C-97421E8C1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DD148-9E66-2A72-9F96-C30E9936E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10171-576C-A641-9065-DDBB719F74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20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6583-029D-7132-C3A1-A21C358A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751A4-EF53-9946-B2A4-4286202AC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EADB8-7CE2-9E07-D36E-F51087596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95B3C-7829-D00B-ECCF-D7823D5C0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10171-576C-A641-9065-DDBB719F74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16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06FF-A97A-F9AD-5E17-64DA05742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35769-3383-4ECB-08B8-C744834C8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87023-936A-3B2B-B7E1-087515D82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02A2E-CF43-7801-9B5C-E5325CD97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10171-576C-A641-9065-DDBB719F74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73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467B2-9C03-D62E-CD6F-4BF98461D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A9455-F98A-008F-9C47-DEF7B7DEB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89710-063A-B148-E902-F0E26589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8EFFC-2137-350E-E7E8-37D748B00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947E8-9867-0283-81CB-FB9EB2203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16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1AD0-13C7-C436-46A4-79E8D8FF8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2FF75-60AE-7E86-591E-CB0E948F9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56A62-37D8-FA28-C146-1933A8CF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AB7A3-2A9B-4B98-E777-8C141F77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5B987-1501-978E-6332-DD36EBC6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8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35F6A-1A21-7C8A-6C43-5E802217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08D1C-F283-B36A-950E-EE70B21A7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850B-31F7-8DD4-127D-DEE7F49E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0EA8A-0AEA-E69C-0948-DE8067FA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483DE-F059-48DC-C61B-4CD1F76D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5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A5F9E-3589-7B8E-B453-587E9713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04B80-6B22-4191-B217-5F6BFDB617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FAD26-02E6-FEA9-55BC-B48091609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EEDC5-70D7-51DA-B031-65568A004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7ED81-5929-41DF-7B8F-89D3E3327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9372E-8CA4-72B0-F50D-2F392C7C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50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DF97-95D0-923B-CD6F-3C8B71897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6F554-7AA8-A6CA-BAD3-00160D29A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FB19B-677E-9400-6EFE-5AFB7DF51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5F4B61-E74C-B33A-E62C-59A52655C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335AAA-334D-D89E-08CC-C401BABF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96DAB4-7A19-EA2B-AF79-F93385D5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0BC175-3959-9A6C-AE9C-6CD11A436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6C53F-C379-CEFD-6212-8741EA12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5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666ED-5ED6-6450-B40E-C3AE03F4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F057B-5E9D-C5B0-0CDD-0333160F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C2E45-1CAB-C794-B2C7-237CDE5A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727AC-F664-FF75-4FC5-4A36FF5E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3C923-32E1-2DE0-091A-A401F72C7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1E9BF-D951-0004-114F-DBAB1037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C7934-0D58-36CB-412F-62927461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1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D638-2E47-DB56-8800-F89CF2B8D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8F936-8F72-3F72-E04A-BE01824BC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D6F0B-EE64-B3DD-47B6-73007E8D5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1ECC8-F13A-A953-1A0B-B39071F93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A5265-DDB7-80E4-0814-A382CEBB8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8987C-A001-89CD-0423-5C39879AC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86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B266-4BD9-ECC4-EC69-EF585EB06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60CAD5-BEEE-43DB-8296-EF0585A80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5128B-BA66-D984-B895-5257BEE2C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8A91B-ECD0-8763-36E7-52A7E7C43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9861C-3221-FE75-8FEB-3588043F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E0EB5-C84E-BA78-3A27-EC1346DD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1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EF34-501F-41C0-1A11-313CDC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61BEC-F6D4-BA31-2AC4-DB3DD37FE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6DA23-C651-A1AF-A108-DA7FCA3D3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3807-7C4D-9513-ABAA-4761A096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7B5FA-D03B-0407-5D43-503E77CFE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6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51AC80-8BE6-7DF4-4E39-178E462F7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66860-048E-A40A-AA04-A54352CC5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C8FF5-5CE7-3AC6-104E-79A731818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54612-F988-C467-F8E4-DB5A66E5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319B8-22EB-D5EC-33AC-539B26FB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8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D7E0A9-88F4-94EC-4A2A-B63EB93C8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B4E02-00B7-F249-DE34-87265538B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B47DC-3395-D596-02E3-B26EC15A2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9CE9E-C414-B847-B6A3-65E44C13032F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C00D6-6E8D-ACBE-6CC2-37DBFEBB6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FE6AC-A8E2-70E7-F2A2-00EE8301B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4AFF8-9FA2-1143-A000-94592777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8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B471-E1BE-EDA3-73C6-C56B8CEE9C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492E5-4F33-EE24-20AB-6123ED338B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Mohan Yang</a:t>
            </a:r>
          </a:p>
        </p:txBody>
      </p:sp>
    </p:spTree>
    <p:extLst>
      <p:ext uri="{BB962C8B-B14F-4D97-AF65-F5344CB8AC3E}">
        <p14:creationId xmlns:p14="http://schemas.microsoft.com/office/powerpoint/2010/main" val="406257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D888-32A5-913E-B539-5A3732D1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Entropy Calculated for each mouse, averaged for the same group</a:t>
            </a:r>
          </a:p>
        </p:txBody>
      </p:sp>
      <p:pic>
        <p:nvPicPr>
          <p:cNvPr id="5" name="Content Placeholder 4" descr="A graph of a bar graph&#10;&#10;AI-generated content may be incorrect.">
            <a:extLst>
              <a:ext uri="{FF2B5EF4-FFF2-40B4-BE49-F238E27FC236}">
                <a16:creationId xmlns:a16="http://schemas.microsoft.com/office/drawing/2014/main" id="{C1D10793-2986-5C09-FFF6-94963EB68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993" y="1537357"/>
            <a:ext cx="5668926" cy="4224488"/>
          </a:xfrm>
        </p:spPr>
      </p:pic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427A3FD5-2241-A3ED-4695-ED5725A89E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64"/>
          <a:stretch>
            <a:fillRect/>
          </a:stretch>
        </p:blipFill>
        <p:spPr>
          <a:xfrm>
            <a:off x="8837880" y="1537357"/>
            <a:ext cx="1377777" cy="101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B5FD47-FB70-01CD-4358-01CE87522C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56"/>
          <a:stretch>
            <a:fillRect/>
          </a:stretch>
        </p:blipFill>
        <p:spPr>
          <a:xfrm>
            <a:off x="8080142" y="2535998"/>
            <a:ext cx="2893255" cy="34909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E590AA-30CD-226E-EB6A-D87F6F35E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9321" y="5908675"/>
            <a:ext cx="4584700" cy="584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75C6CB-8F4E-991F-2585-C0DAC17FD8C7}"/>
              </a:ext>
            </a:extLst>
          </p:cNvPr>
          <p:cNvSpPr txBox="1"/>
          <p:nvPr/>
        </p:nvSpPr>
        <p:spPr>
          <a:xfrm>
            <a:off x="896993" y="5962190"/>
            <a:ext cx="2466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Welch’s t-test result:</a:t>
            </a:r>
          </a:p>
        </p:txBody>
      </p:sp>
    </p:spTree>
    <p:extLst>
      <p:ext uri="{BB962C8B-B14F-4D97-AF65-F5344CB8AC3E}">
        <p14:creationId xmlns:p14="http://schemas.microsoft.com/office/powerpoint/2010/main" val="3720022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BA832-77D5-70D0-0CB0-B323C6202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85" y="2202608"/>
            <a:ext cx="3746415" cy="1850064"/>
          </a:xfrm>
        </p:spPr>
        <p:txBody>
          <a:bodyPr>
            <a:normAutofit/>
          </a:bodyPr>
          <a:lstStyle/>
          <a:p>
            <a:r>
              <a:rPr lang="en-US" sz="3600" dirty="0"/>
              <a:t>New model’s fingerprint plot:</a:t>
            </a:r>
            <a:br>
              <a:rPr lang="en-US" sz="3600" dirty="0"/>
            </a:br>
            <a:br>
              <a:rPr lang="en-US" sz="3200" dirty="0"/>
            </a:br>
            <a:r>
              <a:rPr lang="en-US" sz="1800" dirty="0"/>
              <a:t>(</a:t>
            </a:r>
            <a:r>
              <a:rPr lang="en-US" sz="1800" dirty="0" err="1"/>
              <a:t>max_syllable</a:t>
            </a:r>
            <a:r>
              <a:rPr lang="en-US" sz="1800" dirty="0"/>
              <a:t> = 25, kappa = 1e+8)</a:t>
            </a:r>
            <a:endParaRPr lang="en-US" sz="3200" dirty="0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BE252D7-A1FA-E21F-EF0F-16D6EC706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553" t="10010" r="8591" b="10097"/>
          <a:stretch>
            <a:fillRect/>
          </a:stretch>
        </p:blipFill>
        <p:spPr>
          <a:xfrm>
            <a:off x="3994398" y="217867"/>
            <a:ext cx="7743945" cy="6640133"/>
          </a:xfrm>
        </p:spPr>
      </p:pic>
    </p:spTree>
    <p:extLst>
      <p:ext uri="{BB962C8B-B14F-4D97-AF65-F5344CB8AC3E}">
        <p14:creationId xmlns:p14="http://schemas.microsoft.com/office/powerpoint/2010/main" val="153282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8359-6213-3BBE-3998-19D365B97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k_bb</a:t>
            </a:r>
            <a:r>
              <a:rPr lang="en-US" sz="2800" dirty="0"/>
              <a:t> (before injection)  vs.  </a:t>
            </a:r>
            <a:r>
              <a:rPr lang="en-US" sz="2800" dirty="0" err="1"/>
              <a:t>k_d</a:t>
            </a:r>
            <a:r>
              <a:rPr lang="en-US" sz="2800" dirty="0"/>
              <a:t> (10 min after injection)</a:t>
            </a:r>
          </a:p>
        </p:txBody>
      </p:sp>
      <p:pic>
        <p:nvPicPr>
          <p:cNvPr id="5" name="Content Placeholder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5FE54F77-E3AA-7EC9-0F29-FB6437D3E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7892"/>
            <a:ext cx="10160061" cy="4351338"/>
          </a:xfrm>
        </p:spPr>
      </p:pic>
    </p:spTree>
    <p:extLst>
      <p:ext uri="{BB962C8B-B14F-4D97-AF65-F5344CB8AC3E}">
        <p14:creationId xmlns:p14="http://schemas.microsoft.com/office/powerpoint/2010/main" val="1995774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B5890-4B3F-EE5F-1761-D4E2E0792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Syllable t-test with FDR adjusted p-value</a:t>
            </a:r>
          </a:p>
        </p:txBody>
      </p:sp>
      <p:pic>
        <p:nvPicPr>
          <p:cNvPr id="5" name="Content Placeholder 4" descr="A table of numbers and symbols&#10;&#10;AI-generated content may be incorrect.">
            <a:extLst>
              <a:ext uri="{FF2B5EF4-FFF2-40B4-BE49-F238E27FC236}">
                <a16:creationId xmlns:a16="http://schemas.microsoft.com/office/drawing/2014/main" id="{3685DB85-86C1-919C-6159-E553004E2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116"/>
          <a:stretch>
            <a:fillRect/>
          </a:stretch>
        </p:blipFill>
        <p:spPr>
          <a:xfrm>
            <a:off x="1158876" y="1690688"/>
            <a:ext cx="5957672" cy="462240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F245A0-75BA-38F8-3ECF-76038440FFDC}"/>
              </a:ext>
            </a:extLst>
          </p:cNvPr>
          <p:cNvSpPr txBox="1"/>
          <p:nvPr/>
        </p:nvSpPr>
        <p:spPr>
          <a:xfrm>
            <a:off x="7703110" y="1690688"/>
            <a:ext cx="3330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t-stat is computed by </a:t>
            </a:r>
            <a:r>
              <a:rPr lang="en-US" dirty="0" err="1"/>
              <a:t>k_d</a:t>
            </a:r>
            <a:r>
              <a:rPr lang="en-US" dirty="0"/>
              <a:t> - </a:t>
            </a:r>
            <a:r>
              <a:rPr lang="en-US" dirty="0" err="1"/>
              <a:t>k_bb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00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4EE8-730C-180E-3551-1F49C1EE2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22 (grooming)</a:t>
            </a:r>
          </a:p>
        </p:txBody>
      </p:sp>
      <p:pic>
        <p:nvPicPr>
          <p:cNvPr id="4" name="syllable_sorted-id-20_(usage)_original-id-22">
            <a:hlinkClick r:id="" action="ppaction://media"/>
            <a:extLst>
              <a:ext uri="{FF2B5EF4-FFF2-40B4-BE49-F238E27FC236}">
                <a16:creationId xmlns:a16="http://schemas.microsoft.com/office/drawing/2014/main" id="{3916F565-6241-9DE6-E491-05B5354404A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4634" y="1690688"/>
            <a:ext cx="4351338" cy="435133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C8ABE7-6788-CEA1-6E9B-2F27B281181D}"/>
              </a:ext>
            </a:extLst>
          </p:cNvPr>
          <p:cNvSpPr txBox="1"/>
          <p:nvPr/>
        </p:nvSpPr>
        <p:spPr>
          <a:xfrm>
            <a:off x="6096000" y="1690688"/>
            <a:ext cx="4908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Syllable usage shows grooming behavior is significantly more in </a:t>
            </a:r>
            <a:r>
              <a:rPr lang="en-US" sz="1600" dirty="0" err="1"/>
              <a:t>k_bb</a:t>
            </a:r>
            <a:r>
              <a:rPr lang="en-US" sz="1600" dirty="0"/>
              <a:t> (before injection group) comparing to the </a:t>
            </a:r>
            <a:r>
              <a:rPr lang="en-US" sz="1600" dirty="0" err="1"/>
              <a:t>k_d</a:t>
            </a:r>
            <a:r>
              <a:rPr lang="en-US" sz="1600" dirty="0"/>
              <a:t> (10 min after injection group).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  <a:r>
              <a:rPr lang="en-US" sz="1600" dirty="0" err="1"/>
              <a:t>k_dd</a:t>
            </a:r>
            <a:r>
              <a:rPr lang="en-US" sz="1600" dirty="0"/>
              <a:t> (2 hour after injection) group has significantly more grooming comparing to </a:t>
            </a:r>
            <a:r>
              <a:rPr lang="en-US" sz="1600" dirty="0" err="1"/>
              <a:t>k_d</a:t>
            </a:r>
            <a:r>
              <a:rPr lang="en-US" sz="1600" dirty="0"/>
              <a:t> group</a:t>
            </a:r>
          </a:p>
        </p:txBody>
      </p:sp>
      <p:pic>
        <p:nvPicPr>
          <p:cNvPr id="7" name="Picture 6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EB42AE2F-E9CD-D1EC-2186-76403C2301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406" y="3391276"/>
            <a:ext cx="5016770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5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4EE8-730C-180E-3551-1F49C1EE2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7 (rearing)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8ABE7-6788-CEA1-6E9B-2F27B281181D}"/>
              </a:ext>
            </a:extLst>
          </p:cNvPr>
          <p:cNvSpPr txBox="1"/>
          <p:nvPr/>
        </p:nvSpPr>
        <p:spPr>
          <a:xfrm>
            <a:off x="6096000" y="1690688"/>
            <a:ext cx="4908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Syllable usage shows rearing behavior is significantly more in </a:t>
            </a:r>
            <a:r>
              <a:rPr lang="en-US" sz="1600" dirty="0" err="1"/>
              <a:t>k_bb</a:t>
            </a:r>
            <a:r>
              <a:rPr lang="en-US" sz="1600" dirty="0"/>
              <a:t> (before injection group) comparing to the </a:t>
            </a:r>
            <a:r>
              <a:rPr lang="en-US" sz="1600" dirty="0" err="1"/>
              <a:t>k_d</a:t>
            </a:r>
            <a:r>
              <a:rPr lang="en-US" sz="1600" dirty="0"/>
              <a:t> (10 min after injection group).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  <a:r>
              <a:rPr lang="en-US" sz="1600" dirty="0" err="1"/>
              <a:t>k_dd</a:t>
            </a:r>
            <a:r>
              <a:rPr lang="en-US" sz="1600" dirty="0"/>
              <a:t> (2 hour after injection) group has significantly more rearing comparing to </a:t>
            </a:r>
            <a:r>
              <a:rPr lang="en-US" sz="1600" dirty="0" err="1"/>
              <a:t>k_d</a:t>
            </a:r>
            <a:r>
              <a:rPr lang="en-US" sz="1600" dirty="0"/>
              <a:t> group</a:t>
            </a:r>
          </a:p>
        </p:txBody>
      </p:sp>
      <p:pic>
        <p:nvPicPr>
          <p:cNvPr id="8" name="syllable_sorted-id-19_(usage)_original-id-07">
            <a:hlinkClick r:id="" action="ppaction://media"/>
            <a:extLst>
              <a:ext uri="{FF2B5EF4-FFF2-40B4-BE49-F238E27FC236}">
                <a16:creationId xmlns:a16="http://schemas.microsoft.com/office/drawing/2014/main" id="{F844208A-B40A-7146-DB1B-207A507DB91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4237" y="1690688"/>
            <a:ext cx="4351338" cy="4351338"/>
          </a:xfrm>
        </p:spPr>
      </p:pic>
      <p:pic>
        <p:nvPicPr>
          <p:cNvPr id="10" name="Picture 9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F9650CDB-73BB-9ACA-067F-4E5ACB843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362929" cy="31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6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4EE8-730C-180E-3551-1F49C1EE2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5 (staying still)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8ABE7-6788-CEA1-6E9B-2F27B281181D}"/>
              </a:ext>
            </a:extLst>
          </p:cNvPr>
          <p:cNvSpPr txBox="1"/>
          <p:nvPr/>
        </p:nvSpPr>
        <p:spPr>
          <a:xfrm>
            <a:off x="6096000" y="1690688"/>
            <a:ext cx="4908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Syllable usage shows staying still behavior is significantly more in </a:t>
            </a:r>
            <a:r>
              <a:rPr lang="en-US" sz="1600" dirty="0" err="1"/>
              <a:t>k_bb</a:t>
            </a:r>
            <a:r>
              <a:rPr lang="en-US" sz="1600" dirty="0"/>
              <a:t> (before injection group) comparing to the </a:t>
            </a:r>
            <a:r>
              <a:rPr lang="en-US" sz="1600" dirty="0" err="1"/>
              <a:t>k_d</a:t>
            </a:r>
            <a:r>
              <a:rPr lang="en-US" sz="1600" dirty="0"/>
              <a:t> (10 min after injection group).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  <a:r>
              <a:rPr lang="en-US" sz="1600" dirty="0" err="1"/>
              <a:t>k_dd</a:t>
            </a:r>
            <a:r>
              <a:rPr lang="en-US" sz="1600" dirty="0"/>
              <a:t> (2 hour after injection) group has significantly more staying still behavior comparing to </a:t>
            </a:r>
            <a:r>
              <a:rPr lang="en-US" sz="1600" dirty="0" err="1"/>
              <a:t>k_d</a:t>
            </a:r>
            <a:r>
              <a:rPr lang="en-US" sz="1600" dirty="0"/>
              <a:t> group</a:t>
            </a:r>
          </a:p>
        </p:txBody>
      </p:sp>
      <p:pic>
        <p:nvPicPr>
          <p:cNvPr id="4" name="Picture 3" descr="A graph with blue lines and white text&#10;&#10;AI-generated content may be incorrect.">
            <a:extLst>
              <a:ext uri="{FF2B5EF4-FFF2-40B4-BE49-F238E27FC236}">
                <a16:creationId xmlns:a16="http://schemas.microsoft.com/office/drawing/2014/main" id="{06EB5870-5449-B7D1-4CF9-D74B70AF2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4908176" cy="3045587"/>
          </a:xfrm>
          <a:prstGeom prst="rect">
            <a:avLst/>
          </a:prstGeom>
        </p:spPr>
      </p:pic>
      <p:pic>
        <p:nvPicPr>
          <p:cNvPr id="9" name="syllable_sorted-id-00_(usage)_original-id-05">
            <a:hlinkClick r:id="" action="ppaction://media"/>
            <a:extLst>
              <a:ext uri="{FF2B5EF4-FFF2-40B4-BE49-F238E27FC236}">
                <a16:creationId xmlns:a16="http://schemas.microsoft.com/office/drawing/2014/main" id="{9436A541-071E-ED75-C87B-4ACD644AA3B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3725" y="1690688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65063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B2333-A2F0-C4EA-DAA1-B8188ECA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1C9B4-7B38-B70E-F939-B68E8418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k_bb</a:t>
            </a:r>
            <a:r>
              <a:rPr lang="en-US" sz="2800" dirty="0"/>
              <a:t> (before injection)  vs.  </a:t>
            </a:r>
            <a:r>
              <a:rPr lang="en-US" sz="2800" dirty="0" err="1"/>
              <a:t>k_dd</a:t>
            </a:r>
            <a:r>
              <a:rPr lang="en-US" sz="2800" dirty="0"/>
              <a:t> (2 hour after injection)</a:t>
            </a:r>
          </a:p>
        </p:txBody>
      </p:sp>
      <p:pic>
        <p:nvPicPr>
          <p:cNvPr id="7" name="Content Placeholder 6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2ED504BF-E146-BE10-4D11-19DB1BF7B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934" y="1690688"/>
            <a:ext cx="10498131" cy="4351338"/>
          </a:xfrm>
        </p:spPr>
      </p:pic>
    </p:spTree>
    <p:extLst>
      <p:ext uri="{BB962C8B-B14F-4D97-AF65-F5344CB8AC3E}">
        <p14:creationId xmlns:p14="http://schemas.microsoft.com/office/powerpoint/2010/main" val="4173045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37184-D2A5-6D13-8B3D-30DFFCC1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30BB-8466-C3E8-E8EC-0D55F304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Syllable t-test with FDR adjusted p-value</a:t>
            </a:r>
          </a:p>
        </p:txBody>
      </p:sp>
      <p:pic>
        <p:nvPicPr>
          <p:cNvPr id="5" name="Content Placeholder 4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892042C3-CF7D-0576-58E8-528C767C3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5143" y="1488669"/>
            <a:ext cx="5740349" cy="468884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E33612-9E13-B541-528D-3434F5106743}"/>
              </a:ext>
            </a:extLst>
          </p:cNvPr>
          <p:cNvSpPr txBox="1"/>
          <p:nvPr/>
        </p:nvSpPr>
        <p:spPr>
          <a:xfrm>
            <a:off x="7703110" y="1690688"/>
            <a:ext cx="3459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t-stat is computed by </a:t>
            </a:r>
            <a:r>
              <a:rPr lang="en-US" dirty="0" err="1"/>
              <a:t>k_dd</a:t>
            </a:r>
            <a:r>
              <a:rPr lang="en-US" dirty="0"/>
              <a:t> - </a:t>
            </a:r>
            <a:r>
              <a:rPr lang="en-US" dirty="0" err="1"/>
              <a:t>k_bb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751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9CF02-A81C-CA92-4E13-F1C2EE3D1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CCA5-D76D-B865-D975-B59A5FD27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k_bb</a:t>
            </a:r>
            <a:r>
              <a:rPr lang="en-US" sz="2800" dirty="0"/>
              <a:t> (before injection)  vs.  k_24 (24 hour after injection)</a:t>
            </a:r>
          </a:p>
        </p:txBody>
      </p:sp>
      <p:pic>
        <p:nvPicPr>
          <p:cNvPr id="6" name="Content Placeholder 5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CF284599-545D-46FE-6622-10BADD235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866" y="1612974"/>
            <a:ext cx="10376267" cy="4351338"/>
          </a:xfrm>
        </p:spPr>
      </p:pic>
    </p:spTree>
    <p:extLst>
      <p:ext uri="{BB962C8B-B14F-4D97-AF65-F5344CB8AC3E}">
        <p14:creationId xmlns:p14="http://schemas.microsoft.com/office/powerpoint/2010/main" val="120213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1BF9B-3C8F-72E1-92EC-858A6C17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6E5C-A760-8962-7837-CAD54F00F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Syllable t-test with FDR adjusted p-value</a:t>
            </a:r>
          </a:p>
        </p:txBody>
      </p:sp>
      <p:pic>
        <p:nvPicPr>
          <p:cNvPr id="7" name="Content Placeholder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A33FA58-172D-425B-3063-76685D1C2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8079" y="1690688"/>
            <a:ext cx="5147921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42D5A1-4775-17C6-1291-6F89664CCBE1}"/>
              </a:ext>
            </a:extLst>
          </p:cNvPr>
          <p:cNvSpPr txBox="1"/>
          <p:nvPr/>
        </p:nvSpPr>
        <p:spPr>
          <a:xfrm>
            <a:off x="7703110" y="1690688"/>
            <a:ext cx="3447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t-stat is computed by k_24 - </a:t>
            </a:r>
            <a:r>
              <a:rPr lang="en-US" dirty="0" err="1"/>
              <a:t>k_bb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4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79364-CD8A-8C6D-EBF0-D47BB8FA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F0E9-E8F3-2BB7-E325-16CF2704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k_bb</a:t>
            </a:r>
            <a:r>
              <a:rPr lang="en-US" sz="2800" dirty="0"/>
              <a:t> (before injection)  vs.  k_48 (48 hour after injection)</a:t>
            </a:r>
          </a:p>
        </p:txBody>
      </p:sp>
      <p:pic>
        <p:nvPicPr>
          <p:cNvPr id="7" name="Content Placeholder 6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249B82B1-80A1-2B0D-3413-497EC1E51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448" y="1616260"/>
            <a:ext cx="10441104" cy="4351338"/>
          </a:xfrm>
        </p:spPr>
      </p:pic>
    </p:spTree>
    <p:extLst>
      <p:ext uri="{BB962C8B-B14F-4D97-AF65-F5344CB8AC3E}">
        <p14:creationId xmlns:p14="http://schemas.microsoft.com/office/powerpoint/2010/main" val="151596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6FD18-C681-CAD1-225C-06341EF5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B9DB-61E3-0803-59E0-69D2FFE3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Syllable t-test with FDR adjusted p-value</a:t>
            </a:r>
          </a:p>
        </p:txBody>
      </p:sp>
      <p:pic>
        <p:nvPicPr>
          <p:cNvPr id="6" name="Content Placeholder 5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923CC68A-5FB3-1183-DE07-7A69C7C36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5488619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83B45-469D-7F9D-821B-0C4009A4DB7F}"/>
              </a:ext>
            </a:extLst>
          </p:cNvPr>
          <p:cNvSpPr txBox="1"/>
          <p:nvPr/>
        </p:nvSpPr>
        <p:spPr>
          <a:xfrm>
            <a:off x="7703110" y="1690688"/>
            <a:ext cx="3447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t-stat is computed by k_48 - </a:t>
            </a:r>
            <a:r>
              <a:rPr lang="en-US" dirty="0" err="1"/>
              <a:t>k_bb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956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A492A-B8B0-A88C-D3B0-95E82FBAD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A41E-2089-694F-3262-B2C2FA22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k_bb</a:t>
            </a:r>
            <a:r>
              <a:rPr lang="en-US" sz="2800" dirty="0"/>
              <a:t> (before injection)  vs.  k_72 (72 hour after injection)</a:t>
            </a:r>
          </a:p>
        </p:txBody>
      </p:sp>
      <p:pic>
        <p:nvPicPr>
          <p:cNvPr id="6" name="Content Placeholder 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D9E39E0D-4BEB-53CD-7E72-BCD95AFFB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936" y="1690688"/>
            <a:ext cx="10282128" cy="4351338"/>
          </a:xfrm>
        </p:spPr>
      </p:pic>
    </p:spTree>
    <p:extLst>
      <p:ext uri="{BB962C8B-B14F-4D97-AF65-F5344CB8AC3E}">
        <p14:creationId xmlns:p14="http://schemas.microsoft.com/office/powerpoint/2010/main" val="3877001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21695-D0A3-2E26-29B3-BADBD729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5FF1-2952-D020-E21C-D665E7C2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Syllable t-test with FDR adjusted p-value</a:t>
            </a:r>
          </a:p>
        </p:txBody>
      </p:sp>
      <p:pic>
        <p:nvPicPr>
          <p:cNvPr id="7" name="Content Placeholder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6D30801-F9A2-CBEC-4A87-0238C7ACD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9941" y="1690688"/>
            <a:ext cx="5419393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CE60A2-9560-741F-250B-8C1E064CE778}"/>
              </a:ext>
            </a:extLst>
          </p:cNvPr>
          <p:cNvSpPr txBox="1"/>
          <p:nvPr/>
        </p:nvSpPr>
        <p:spPr>
          <a:xfrm>
            <a:off x="7703110" y="1690688"/>
            <a:ext cx="3447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t-stat is computed by k_72 - </a:t>
            </a:r>
            <a:r>
              <a:rPr lang="en-US" dirty="0" err="1"/>
              <a:t>k_bb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239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390</Words>
  <Application>Microsoft Macintosh PowerPoint</Application>
  <PresentationFormat>Widescreen</PresentationFormat>
  <Paragraphs>36</Paragraphs>
  <Slides>16</Slides>
  <Notes>4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Progress Update</vt:lpstr>
      <vt:lpstr>Entropy Calculated for each mouse, averaged for the same group</vt:lpstr>
      <vt:lpstr>New model’s fingerprint plot:  (max_syllable = 25, kappa = 1e+8)</vt:lpstr>
      <vt:lpstr>k_bb (before injection)  vs.  k_d (10 min after injection)</vt:lpstr>
      <vt:lpstr>Syllable t-test with FDR adjusted p-value</vt:lpstr>
      <vt:lpstr>Syllable 22 (grooming)</vt:lpstr>
      <vt:lpstr>Syllable 7 (rearing)</vt:lpstr>
      <vt:lpstr>Syllable 5 (staying still)</vt:lpstr>
      <vt:lpstr>k_bb (before injection)  vs.  k_dd (2 hour after injection)</vt:lpstr>
      <vt:lpstr>Syllable t-test with FDR adjusted p-value</vt:lpstr>
      <vt:lpstr>k_bb (before injection)  vs.  k_24 (24 hour after injection)</vt:lpstr>
      <vt:lpstr>Syllable t-test with FDR adjusted p-value</vt:lpstr>
      <vt:lpstr>k_bb (before injection)  vs.  k_48 (48 hour after injection)</vt:lpstr>
      <vt:lpstr>Syllable t-test with FDR adjusted p-value</vt:lpstr>
      <vt:lpstr>k_bb (before injection)  vs.  k_72 (72 hour after injection)</vt:lpstr>
      <vt:lpstr>Syllable t-test with FDR adjusted p-value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YangMohan</dc:creator>
  <cp:lastModifiedBy>YangMohan</cp:lastModifiedBy>
  <cp:revision>11</cp:revision>
  <dcterms:created xsi:type="dcterms:W3CDTF">2025-08-14T03:05:22Z</dcterms:created>
  <dcterms:modified xsi:type="dcterms:W3CDTF">2025-08-14T15:23:08Z</dcterms:modified>
</cp:coreProperties>
</file>