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6" r:id="rId10"/>
    <p:sldId id="267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58"/>
  </p:normalViewPr>
  <p:slideViewPr>
    <p:cSldViewPr snapToGrid="0">
      <p:cViewPr>
        <p:scale>
          <a:sx n="182" d="100"/>
          <a:sy n="182" d="100"/>
        </p:scale>
        <p:origin x="-40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B3AF3-7A62-4657-4D0A-CC2392D05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009903-0D2E-5522-7DD5-E0D540CC8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D4FA5-EAA4-6E1A-ABB1-BC8D508D6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359B-F48B-9343-BCCC-0F8C6C67404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3B1BA-BF33-A2F5-7F90-729424D19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E65A7-DE68-4A8C-280D-17FDAA6E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ED25-A4BE-CF43-9958-357DCE9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91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CC3E-55EE-9EE3-7F2E-BF804904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9EC59-9923-252C-071E-2683EA03A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A9789-60E0-7799-FAB5-A97DE9C3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359B-F48B-9343-BCCC-0F8C6C67404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14617-2F74-8E2A-1FFF-85E3F49B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08A23-4C3D-17E5-DF98-464277ED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ED25-A4BE-CF43-9958-357DCE9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8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03025-9B6C-76DA-3612-2996F0C32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9DBD3-DD52-C8A1-A70E-781D6E45F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A0B21-EA7F-EA17-86C8-2E586A0D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359B-F48B-9343-BCCC-0F8C6C67404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23542-6B7F-EDC8-FF89-5D6CE83A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FA90F-2BA5-C7F8-004D-78981DD9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ED25-A4BE-CF43-9958-357DCE9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48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2BB28-CDB6-EB1D-200D-A1AC72972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BC03C-DD0D-A894-7C03-0C101358E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2D8DD-D059-9EE7-0D0C-D6D845CDD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C58A9-7B25-4E0A-FFF5-5263AD499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359B-F48B-9343-BCCC-0F8C6C67404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EA32A-88E2-72A4-BF2D-08748D85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D39B3-6F99-3194-B895-1389DB37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ED25-A4BE-CF43-9958-357DCE9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52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130F8-CE40-ED7A-0CF6-2488E7E7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6CF3B-FF25-7207-ED8C-0D382F775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27FD6-9B75-D63C-2EA3-AE8251E0E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93DB2C-C8DC-F27C-5512-6CB69A1808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6AB472-C1FA-8585-C56C-7400736F56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6755A8-DB64-0F96-5D74-3122697CF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359B-F48B-9343-BCCC-0F8C6C67404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B81A8F-BD9C-178B-F79E-E8849224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8E50DF-4541-6BA7-44CF-598E51A18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ED25-A4BE-CF43-9958-357DCE9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22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250A3-8D59-0ED5-710F-4D412EAD3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25DBA-AF04-B4D0-A486-1F2C2F128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359B-F48B-9343-BCCC-0F8C6C67404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163D9-1BBC-B6A9-3C63-39509E8B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2CA5F-9EAD-4EA0-0431-E2E7B9A89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ED25-A4BE-CF43-9958-357DCE9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18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510B5-CF64-9F12-1DDF-4E4577E5F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359B-F48B-9343-BCCC-0F8C6C67404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32AC22-B4EC-C6EF-A92B-1F2AFF8CA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C3C7C-8214-AA28-83C7-DDE2376C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ED25-A4BE-CF43-9958-357DCE9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B83AF-EF66-5680-CA9F-5B6C9327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8ECF2-40AB-B12D-29D4-6749C8692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67C27-1328-CE9D-2787-C88B48C62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2041C-F381-A0B4-DE5D-09E0609AB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359B-F48B-9343-BCCC-0F8C6C67404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74F17-4DD1-5824-0928-FB11B5333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FCEBC-38DC-5AD2-9FD5-77AD65ED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ED25-A4BE-CF43-9958-357DCE9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865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3FCDC-6CE0-0581-9939-8AE7ABBBD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92E0EF-8E6E-3001-8588-A9256A699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5E350-C43A-F51C-4AB0-BFC9C5332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05787-74B1-C3BB-BE49-5861B4A61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359B-F48B-9343-BCCC-0F8C6C67404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3C349-5536-F816-FBB7-1EA9D484E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6B409-CD91-550B-41F1-38C4CF2E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ED25-A4BE-CF43-9958-357DCE9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38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EC193-8165-B96B-5CC6-A879C803E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9A096-DCF0-33CE-0967-792AC9A04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5979F-0B1B-4FA6-E313-F18EA5218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359B-F48B-9343-BCCC-0F8C6C67404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7B366-1F98-204A-7785-3C43BC66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F3A00-895D-CEC8-36F7-F40E713B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ED25-A4BE-CF43-9958-357DCE9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94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E241BD-F58F-275A-74FB-944BFA9FC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B3D30-14CD-6B6C-22B9-841CF3440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A05F2-1285-6D4B-1E62-37D1B7DF2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359B-F48B-9343-BCCC-0F8C6C67404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653A0-4494-06C8-CE4E-33DEFEA42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A8DDD-F101-D74D-D707-CA2ABEF9E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ED25-A4BE-CF43-9958-357DCE9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4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2C78EA-A0EA-42DC-E127-BEC93CA55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6FB76-374B-74F1-952B-6B4F3E8E8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7B1BB-27D6-246E-E1B8-A5504F43F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6359B-F48B-9343-BCCC-0F8C6C67404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0052F-77B2-309E-E837-BC5245E46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7B209-CA90-4B42-534B-DB022F71F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4ED25-A4BE-CF43-9958-357DCE9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07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9FE10C-6BC2-748A-3531-CD9E3871E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216" y="1"/>
            <a:ext cx="8668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742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EF1E62-D4F7-946D-1328-6B97ABC22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534" y="47835"/>
            <a:ext cx="8522547" cy="681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56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F054-619E-ACE7-790C-587AC577E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Proposed Statistical Test on CORT treatment significance</a:t>
            </a:r>
            <a:br>
              <a:rPr lang="en-US" sz="2800" dirty="0"/>
            </a:br>
            <a:r>
              <a:rPr lang="en-US" sz="2800" dirty="0"/>
              <a:t>(currently communicating with Professor Yu)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E54BE-9E6E-5C12-8B8B-832C13A2C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sz="2000" dirty="0"/>
              <a:t>Use a mixed effect Model instead of Anova/t-test to account for correlated data (repeated measures on same set of mice over time)</a:t>
            </a:r>
          </a:p>
          <a:p>
            <a:r>
              <a:rPr lang="en-US" sz="2000" dirty="0"/>
              <a:t>Use Difference in Difference (DID) method to measure the effect of CORT treatment on every syllable, and use Difference in Difference in Difference (DDD) to measure sex difference</a:t>
            </a:r>
          </a:p>
          <a:p>
            <a:r>
              <a:rPr lang="en-US" sz="2000" dirty="0"/>
              <a:t>Interpretation: </a:t>
            </a:r>
            <a:r>
              <a:rPr lang="en-US" sz="2000" dirty="0" err="1"/>
              <a:t>DID_female_washout</a:t>
            </a:r>
            <a:r>
              <a:rPr lang="en-US" sz="2000" dirty="0"/>
              <a:t> = (</a:t>
            </a:r>
            <a:r>
              <a:rPr lang="en-US" sz="2000" dirty="0" err="1"/>
              <a:t>Cort_female_washout</a:t>
            </a:r>
            <a:r>
              <a:rPr lang="en-US" sz="2000" dirty="0"/>
              <a:t> – </a:t>
            </a:r>
            <a:r>
              <a:rPr lang="en-US" sz="2000" dirty="0" err="1"/>
              <a:t>Cort_female_baseline</a:t>
            </a:r>
            <a:r>
              <a:rPr lang="en-US" sz="2000" dirty="0"/>
              <a:t>) - (</a:t>
            </a:r>
            <a:r>
              <a:rPr lang="en-US" sz="2000" dirty="0" err="1"/>
              <a:t>Veh_female_washout</a:t>
            </a:r>
            <a:r>
              <a:rPr lang="en-US" sz="2000" dirty="0"/>
              <a:t> – </a:t>
            </a:r>
            <a:r>
              <a:rPr lang="en-US" sz="2000" dirty="0" err="1"/>
              <a:t>Veh_female_baseline</a:t>
            </a:r>
            <a:r>
              <a:rPr lang="en-US" sz="2000" dirty="0"/>
              <a:t>)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BF6554-A925-70E4-25A2-B08F86F4F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841" y="3733724"/>
            <a:ext cx="5291469" cy="312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45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F886AF-7889-16D5-0F0E-624E71500F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693" y="1011712"/>
            <a:ext cx="11350743" cy="48345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43B890-1C67-E34F-EB23-3E64B7821535}"/>
              </a:ext>
            </a:extLst>
          </p:cNvPr>
          <p:cNvSpPr txBox="1"/>
          <p:nvPr/>
        </p:nvSpPr>
        <p:spPr>
          <a:xfrm>
            <a:off x="600693" y="6200077"/>
            <a:ext cx="5174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DDD = </a:t>
            </a:r>
            <a:r>
              <a:rPr lang="en-US" dirty="0" err="1"/>
              <a:t>DID_male</a:t>
            </a:r>
            <a:r>
              <a:rPr lang="en-US" dirty="0"/>
              <a:t> – </a:t>
            </a:r>
            <a:r>
              <a:rPr lang="en-US" dirty="0" err="1"/>
              <a:t>DID_female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852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583DCD-1CDB-DD7B-DAF6-73388A0337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553" y="676894"/>
            <a:ext cx="11440091" cy="529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07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E15808-4C18-B106-F625-8E9541E8A8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735" y="804501"/>
            <a:ext cx="11337834" cy="524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02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FC7A24-BCC6-AF01-C261-0922A01C2D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8226" y="115641"/>
            <a:ext cx="6482657" cy="662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73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B01E1F-FE61-9D9B-C74A-6B80D8AB1A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061" y="688042"/>
            <a:ext cx="11840939" cy="548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332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67D344-8590-9C1E-00A5-54D07C903A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536" y="78277"/>
            <a:ext cx="12042928" cy="31667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3BE93D-9F51-02D1-DAB3-46090E643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15" y="3612995"/>
            <a:ext cx="12058223" cy="316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42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972F86-5367-C5D9-8FDC-A2590C12F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3095"/>
            <a:ext cx="12052224" cy="3164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FCF4CA-0F21-C42A-7244-836E2B438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5" y="3530615"/>
            <a:ext cx="12035190" cy="316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147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B7E5363-6E8C-3146-E4EF-17E1058F6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82" y="167506"/>
            <a:ext cx="12228562" cy="32614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E632DF-3F30-F934-0AD3-2C6415607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3592"/>
            <a:ext cx="12034399" cy="315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01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53AE-FFA8-59C0-EB72-A9A672DF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19CA37-EE19-4E86-184D-2973CFED4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52" y="3695073"/>
            <a:ext cx="12014404" cy="3162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604F9F-1FD3-2196-D706-2AE9E93B9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246" y="266073"/>
            <a:ext cx="12036056" cy="316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84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118</Words>
  <Application>Microsoft Macintosh PowerPoint</Application>
  <PresentationFormat>Widescreen</PresentationFormat>
  <Paragraphs>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Proposed Statistical Test on CORT treatment significance (currently communicating with Professor Yu)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YangMohan</dc:creator>
  <cp:lastModifiedBy>Mohan Yang</cp:lastModifiedBy>
  <cp:revision>15</cp:revision>
  <dcterms:created xsi:type="dcterms:W3CDTF">2026-08-14T04:04:12Z</dcterms:created>
  <dcterms:modified xsi:type="dcterms:W3CDTF">2026-08-14T21:22:10Z</dcterms:modified>
</cp:coreProperties>
</file>