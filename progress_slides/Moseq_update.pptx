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282" r:id="rId3"/>
    <p:sldId id="258" r:id="rId4"/>
    <p:sldId id="260" r:id="rId5"/>
    <p:sldId id="262" r:id="rId6"/>
    <p:sldId id="263" r:id="rId7"/>
    <p:sldId id="264" r:id="rId8"/>
    <p:sldId id="265" r:id="rId9"/>
    <p:sldId id="273" r:id="rId10"/>
    <p:sldId id="256" r:id="rId11"/>
    <p:sldId id="276" r:id="rId12"/>
    <p:sldId id="266" r:id="rId13"/>
    <p:sldId id="277" r:id="rId14"/>
    <p:sldId id="268" r:id="rId15"/>
    <p:sldId id="278" r:id="rId16"/>
    <p:sldId id="269" r:id="rId17"/>
    <p:sldId id="279" r:id="rId18"/>
    <p:sldId id="271" r:id="rId19"/>
    <p:sldId id="280" r:id="rId20"/>
    <p:sldId id="272" r:id="rId21"/>
    <p:sldId id="281" r:id="rId22"/>
    <p:sldId id="267" r:id="rId23"/>
    <p:sldId id="275" r:id="rId24"/>
    <p:sldId id="27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62" autoAdjust="0"/>
    <p:restoredTop sz="94687"/>
  </p:normalViewPr>
  <p:slideViewPr>
    <p:cSldViewPr snapToGrid="0">
      <p:cViewPr>
        <p:scale>
          <a:sx n="105" d="100"/>
          <a:sy n="105" d="100"/>
        </p:scale>
        <p:origin x="101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623C7C-4898-4068-B174-1D9D3E864D0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0C99F-F91A-422D-A7AB-67D2845ED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19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0C99F-F91A-422D-A7AB-67D2845EDBD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73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C32B8-242C-CC59-0BCF-4E0CB756C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8B42DF-0C66-DE95-B298-E9D667BC60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509A0-DE3E-EF25-9FE9-8DE8C2102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BC09-9E12-4D66-A098-6419901CD25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426FB-9490-763F-E244-67342A6FB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80F64-8204-3157-AE92-EB40E20BA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6563-BA50-4A84-A272-13C9CAF6D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257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BC48B-C28F-07E8-C88D-8AB6F3862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D8178-7846-F262-2AFB-48E8F2F7E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E078C-D435-D224-AD0B-B5FA94182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BC09-9E12-4D66-A098-6419901CD25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160B8-69A4-F217-7F50-AADB37AE6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99038-9A73-F0D3-29CE-A360A440C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6563-BA50-4A84-A272-13C9CAF6D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029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705B9-AEB8-3FC8-B28F-D0F6CB174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02C71-D0AB-1E42-7A42-59A5103BC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8AB1F-8331-623E-ECF9-A587FF5ED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BC09-9E12-4D66-A098-6419901CD25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89826-B1A1-C049-6E8B-AAB66CC6C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6D883-7236-1FE4-EFEE-A29245E37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6563-BA50-4A84-A272-13C9CAF6D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17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D5075-4D42-1391-F66A-EB94BBF2E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C8473-93E8-4B77-0FA0-FE6BBD18F3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145D8-B4E9-16DC-EAA3-06BF6D32B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EAFF8-9D38-E2DD-EDDE-850F0212C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BC09-9E12-4D66-A098-6419901CD25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6FDE14-BC3E-7D9B-1F3A-13D07DA2C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C77EF-D34B-25F3-CA02-DDE0393B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6563-BA50-4A84-A272-13C9CAF6D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952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C7634-01CC-188C-FD1C-5A05103A0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478F7-5677-7038-4CCA-35B66713D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CF6D6-5887-6B26-B208-D0CD098166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0EB9BC-B588-DED1-59B5-0D9ADA68EB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309BCA-95CD-C373-DA30-364F674074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1A4E37-7BC6-200D-0B6A-D39986F04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BC09-9E12-4D66-A098-6419901CD25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926E97-A43B-6293-EE86-F0156F387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632F3A-4639-EBF3-1965-B698B1719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6563-BA50-4A84-A272-13C9CAF6D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366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C0ECF-7D5B-16D9-98E5-A167B59D1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92B81D-9250-FE39-1F04-ABF8B1A67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BC09-9E12-4D66-A098-6419901CD25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B81BCF-63A5-ED79-0481-CE64CF74B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DE1F3-CD07-498A-ADF4-063DB84D7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6563-BA50-4A84-A272-13C9CAF6D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724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8583C4-F2A7-45A1-6EF3-B96681C67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BC09-9E12-4D66-A098-6419901CD25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F34381-A81B-F03A-E8F6-B0CE20E28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4DA88-FC8A-24CC-E31A-4FB1B601B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6563-BA50-4A84-A272-13C9CAF6D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187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86BCA-DAF4-97B5-6192-92FBFE3E8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83288-B50E-FB79-2A09-294D761D9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856BF-5273-FEA1-83AB-93950AA39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8D8474-B80A-B344-6B54-8D03B2810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BC09-9E12-4D66-A098-6419901CD25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9D4A5-1536-948C-2635-213A0D35D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695EDD-E041-247C-81D6-1A845328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6563-BA50-4A84-A272-13C9CAF6D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855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9C4E4-D32B-9F9A-1A43-827307B56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C7794B-8D60-9744-D0BB-4A69043544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98DAE-BF55-9D0E-F343-8FDCEC580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71184-CC01-DCA8-BF8C-A255A7536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BC09-9E12-4D66-A098-6419901CD25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A7FE37-39E4-DE31-FB59-99B25D346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E57BD-E1CF-950D-B14F-B198B684E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6563-BA50-4A84-A272-13C9CAF6D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43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6417C-A7F0-CDB0-1B73-DC4F79104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9DC4D-B815-383A-2268-662A4AF7A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14C57-4323-66D9-E1BE-2E1DF5D7B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BC09-9E12-4D66-A098-6419901CD25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EEE11-691D-A4D9-23E9-BCFB8D97A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CE02E-3118-EA4D-197A-2BE074CB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6563-BA50-4A84-A272-13C9CAF6D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55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9A9E39-4390-7E25-3FF2-79C971EE48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CB8DEB-3C64-A8D0-A376-492E9A473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5E9B8-00F6-09E8-89F4-D2A1FDEE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BC09-9E12-4D66-A098-6419901CD25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920B9-26B5-AFB0-E3A8-898BF0FCC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04671-5D31-6A5A-053F-3A8B1F7F5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6563-BA50-4A84-A272-13C9CAF6D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976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1F13BC-0E14-EDFA-2E11-064AB198D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237AA-DBB2-B119-B92E-F8C3A7FDB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5E54C-254D-0F00-D655-0AD063FEB1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6BC09-9E12-4D66-A098-6419901CD25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D6F49-DA92-C458-D8D2-72C938ACD0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DA7AD-0146-FE75-48C8-120821BB1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616563-BA50-4A84-A272-13C9CAF6D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745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B46EB-8D3A-E4F2-E2D9-FDF1B8670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341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Tuning Hyperparameter</a:t>
            </a:r>
            <a:br>
              <a:rPr lang="en-US" dirty="0"/>
            </a:br>
            <a:r>
              <a:rPr lang="en-US" sz="1800" dirty="0"/>
              <a:t>Chose Kappa = 4.00e+07 (closest to the PCA Changepoint - yellow line)</a:t>
            </a:r>
            <a:br>
              <a:rPr lang="en-US" sz="1800" dirty="0"/>
            </a:br>
            <a:r>
              <a:rPr lang="en-US" sz="1800" dirty="0"/>
              <a:t>Used 11 pcs, maximum of 60 syllables</a:t>
            </a:r>
          </a:p>
        </p:txBody>
      </p:sp>
      <p:pic>
        <p:nvPicPr>
          <p:cNvPr id="5" name="Content Placeholder 4" descr="A graph of a number of numbers and a line&#10;&#10;AI-generated content may be incorrect.">
            <a:extLst>
              <a:ext uri="{FF2B5EF4-FFF2-40B4-BE49-F238E27FC236}">
                <a16:creationId xmlns:a16="http://schemas.microsoft.com/office/drawing/2014/main" id="{A94D57CF-062D-BFC7-E8D7-4E8F89DB66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2"/>
          <a:stretch>
            <a:fillRect/>
          </a:stretch>
        </p:blipFill>
        <p:spPr>
          <a:xfrm>
            <a:off x="597927" y="2093039"/>
            <a:ext cx="9220640" cy="391299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56C57E-0EB0-F069-6308-F5E3A045A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192" y="1205119"/>
            <a:ext cx="3450726" cy="242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057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331AD-8900-75AB-0333-9D6951A1F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9633A36A-9181-0580-8F48-FE991E53E6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92691"/>
            <a:ext cx="10876722" cy="4676990"/>
          </a:xfrm>
        </p:spPr>
      </p:pic>
    </p:spTree>
    <p:extLst>
      <p:ext uri="{BB962C8B-B14F-4D97-AF65-F5344CB8AC3E}">
        <p14:creationId xmlns:p14="http://schemas.microsoft.com/office/powerpoint/2010/main" val="1744939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08BD442-9A04-D980-9F65-CF4290CE70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590" y="1825625"/>
            <a:ext cx="4834819" cy="4351338"/>
          </a:xfr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7442A83-FC7F-D040-FD77-4A2D9BCF2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22" r="7802" b="9224"/>
          <a:stretch>
            <a:fillRect/>
          </a:stretch>
        </p:blipFill>
        <p:spPr>
          <a:xfrm>
            <a:off x="1389888" y="0"/>
            <a:ext cx="8623314" cy="686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321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BF763BD-FAF0-460B-8A61-A95D35B1E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37" y="1771713"/>
            <a:ext cx="10154126" cy="431271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1BD9CE9-DC21-35B9-C7FC-2C8F4B52C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Cort baseline1 vs. Cort baseline2</a:t>
            </a:r>
          </a:p>
        </p:txBody>
      </p:sp>
    </p:spTree>
    <p:extLst>
      <p:ext uri="{BB962C8B-B14F-4D97-AF65-F5344CB8AC3E}">
        <p14:creationId xmlns:p14="http://schemas.microsoft.com/office/powerpoint/2010/main" val="4133324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D44C8-A225-C0AF-31A7-A20E6E3A7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Cort baseline2 vs. Cort 1week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0E798-9ABA-649E-EA8B-2288BACEC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52950E-75AD-A241-8080-90812334F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599" cy="440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586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C32C-8854-5AE6-3195-CFBB918A5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Cort baseline2 vs. Cort 2week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CBA5D-E6A0-0480-61A3-71B7A1749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4A0F63-5701-F770-92C7-C07082063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158" y="1825625"/>
            <a:ext cx="1050464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856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8AA7E-391A-15A4-3D1E-98D3CEFC8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Cort baseline2 vs. Cort 3week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BC601-7793-E006-B8AA-B2708E330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9DBF09-A903-9E97-5134-ECE251293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4105"/>
            <a:ext cx="10637520" cy="437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842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DCCA4-9BE4-C887-0AD7-E2FE3F44D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Cort baseline2 vs. Cort washout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01843-358A-678E-8941-513B6656D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93E0E6-0E1C-61B0-10C1-F883E8BF0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785713"/>
            <a:ext cx="10582656" cy="443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899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561B8-4E35-EB76-4177-15D2C687B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226" y="365125"/>
            <a:ext cx="10515600" cy="1325563"/>
          </a:xfrm>
        </p:spPr>
        <p:txBody>
          <a:bodyPr/>
          <a:lstStyle/>
          <a:p>
            <a:r>
              <a:rPr lang="en-US" dirty="0"/>
              <a:t>Cort basline2 vs Cort washout FDR test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056B93-0E7D-D1C3-1E88-107CB65D4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472" y="1690688"/>
            <a:ext cx="3995056" cy="456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929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D6485B-9442-C99C-FC1F-7416E9046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91" y="2105619"/>
            <a:ext cx="6705618" cy="3673674"/>
          </a:xfrm>
          <a:prstGeom prst="rect">
            <a:avLst/>
          </a:prstGeom>
        </p:spPr>
      </p:pic>
      <p:pic>
        <p:nvPicPr>
          <p:cNvPr id="7" name="syllable_sorted-id-45_(usage)_original-id-49">
            <a:hlinkClick r:id="" action="ppaction://media"/>
            <a:extLst>
              <a:ext uri="{FF2B5EF4-FFF2-40B4-BE49-F238E27FC236}">
                <a16:creationId xmlns:a16="http://schemas.microsoft.com/office/drawing/2014/main" id="{0A796955-9102-BC3E-EB8C-45A4A2665D5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10437" y="1078706"/>
            <a:ext cx="4700587" cy="47005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547623-04F8-A42A-8A62-2330BC526760}"/>
              </a:ext>
            </a:extLst>
          </p:cNvPr>
          <p:cNvSpPr txBox="1"/>
          <p:nvPr/>
        </p:nvSpPr>
        <p:spPr>
          <a:xfrm>
            <a:off x="930101" y="989076"/>
            <a:ext cx="6126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Syllable 45: Grooming</a:t>
            </a:r>
          </a:p>
        </p:txBody>
      </p:sp>
    </p:spTree>
    <p:extLst>
      <p:ext uri="{BB962C8B-B14F-4D97-AF65-F5344CB8AC3E}">
        <p14:creationId xmlns:p14="http://schemas.microsoft.com/office/powerpoint/2010/main" val="265392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953AB9-7F2B-4B98-ACE5-253A2BF08328}"/>
              </a:ext>
            </a:extLst>
          </p:cNvPr>
          <p:cNvSpPr txBox="1"/>
          <p:nvPr/>
        </p:nvSpPr>
        <p:spPr>
          <a:xfrm>
            <a:off x="930101" y="764454"/>
            <a:ext cx="61264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Syllable 45: Grooming (</a:t>
            </a:r>
            <a:r>
              <a:rPr lang="en-US" sz="3200" dirty="0" err="1"/>
              <a:t>cort+saline</a:t>
            </a:r>
            <a:r>
              <a:rPr lang="en-US" sz="3200" dirty="0"/>
              <a:t> vs. </a:t>
            </a:r>
            <a:r>
              <a:rPr lang="en-US" sz="3200" dirty="0" err="1"/>
              <a:t>cort+ketamine</a:t>
            </a:r>
            <a:r>
              <a:rPr lang="en-US" sz="3200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A42344-4A78-79FF-B150-9DD4FA7C0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101" y="2027195"/>
            <a:ext cx="6716062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365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E547623-04F8-A42A-8A62-2330BC526760}"/>
              </a:ext>
            </a:extLst>
          </p:cNvPr>
          <p:cNvSpPr txBox="1"/>
          <p:nvPr/>
        </p:nvSpPr>
        <p:spPr>
          <a:xfrm>
            <a:off x="930101" y="989076"/>
            <a:ext cx="6126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Syllable 4: Moving Forward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7AA931-331D-D812-9F04-454192CDA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15" y="2172708"/>
            <a:ext cx="6582694" cy="3696216"/>
          </a:xfrm>
          <a:prstGeom prst="rect">
            <a:avLst/>
          </a:prstGeom>
        </p:spPr>
      </p:pic>
      <p:pic>
        <p:nvPicPr>
          <p:cNvPr id="4" name="syllable_sorted-id-04_(usage)_original-id-23">
            <a:hlinkClick r:id="" action="ppaction://media"/>
            <a:extLst>
              <a:ext uri="{FF2B5EF4-FFF2-40B4-BE49-F238E27FC236}">
                <a16:creationId xmlns:a16="http://schemas.microsoft.com/office/drawing/2014/main" id="{80E6097A-F7EE-2C50-C379-BB035A1D8A4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67142" y="967224"/>
            <a:ext cx="4584065" cy="458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7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786387-59F3-D7E5-71F2-6E2B87F0F70F}"/>
              </a:ext>
            </a:extLst>
          </p:cNvPr>
          <p:cNvSpPr txBox="1"/>
          <p:nvPr/>
        </p:nvSpPr>
        <p:spPr>
          <a:xfrm>
            <a:off x="930101" y="651619"/>
            <a:ext cx="61264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Syllable 4: Moving Forward</a:t>
            </a:r>
          </a:p>
          <a:p>
            <a:r>
              <a:rPr lang="en-US" sz="3200" dirty="0"/>
              <a:t>(</a:t>
            </a:r>
            <a:r>
              <a:rPr lang="en-US" sz="3200" dirty="0" err="1"/>
              <a:t>cort+saline</a:t>
            </a:r>
            <a:r>
              <a:rPr lang="en-US" sz="3200" dirty="0"/>
              <a:t> vs. </a:t>
            </a:r>
            <a:r>
              <a:rPr lang="en-US" sz="3200" dirty="0" err="1"/>
              <a:t>cort+ketamine</a:t>
            </a:r>
            <a:r>
              <a:rPr lang="en-US" sz="3200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AB1F65-1398-B2D7-75DE-02BE68AE0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101" y="2042976"/>
            <a:ext cx="6658547" cy="386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804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E547623-04F8-A42A-8A62-2330BC526760}"/>
              </a:ext>
            </a:extLst>
          </p:cNvPr>
          <p:cNvSpPr txBox="1"/>
          <p:nvPr/>
        </p:nvSpPr>
        <p:spPr>
          <a:xfrm>
            <a:off x="930101" y="989076"/>
            <a:ext cx="6126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Syllable 5: turning head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D09DA9-507B-5E54-2EA4-5D49A6338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072" y="2042613"/>
            <a:ext cx="6368537" cy="3526083"/>
          </a:xfrm>
          <a:prstGeom prst="rect">
            <a:avLst/>
          </a:prstGeom>
        </p:spPr>
      </p:pic>
      <p:pic>
        <p:nvPicPr>
          <p:cNvPr id="6" name="syllable_sorted-id-05_(usage)_original-id-43">
            <a:hlinkClick r:id="" action="ppaction://media"/>
            <a:extLst>
              <a:ext uri="{FF2B5EF4-FFF2-40B4-BE49-F238E27FC236}">
                <a16:creationId xmlns:a16="http://schemas.microsoft.com/office/drawing/2014/main" id="{41E5D19D-6762-21A2-7830-98FB5816ACF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56581" y="680472"/>
            <a:ext cx="4888224" cy="488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983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86BCE2-B366-1A36-BBA4-A69E8B9825D1}"/>
              </a:ext>
            </a:extLst>
          </p:cNvPr>
          <p:cNvSpPr txBox="1"/>
          <p:nvPr/>
        </p:nvSpPr>
        <p:spPr>
          <a:xfrm>
            <a:off x="1088572" y="597191"/>
            <a:ext cx="61264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Syllable 5: turning head</a:t>
            </a:r>
          </a:p>
          <a:p>
            <a:r>
              <a:rPr lang="en-US" sz="3200" dirty="0"/>
              <a:t>(</a:t>
            </a:r>
            <a:r>
              <a:rPr lang="en-US" sz="3200" dirty="0" err="1"/>
              <a:t>cort+saline</a:t>
            </a:r>
            <a:r>
              <a:rPr lang="en-US" sz="3200" dirty="0"/>
              <a:t> vs. </a:t>
            </a:r>
            <a:r>
              <a:rPr lang="en-US" sz="3200" dirty="0" err="1"/>
              <a:t>cort+ketamine</a:t>
            </a:r>
            <a:r>
              <a:rPr lang="en-US" sz="3200" dirty="0"/>
              <a:t>)</a:t>
            </a:r>
          </a:p>
          <a:p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A87A22-EC70-97C1-F61F-9305BE154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1"/>
            <a:ext cx="7137732" cy="410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20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E547623-04F8-A42A-8A62-2330BC526760}"/>
              </a:ext>
            </a:extLst>
          </p:cNvPr>
          <p:cNvSpPr txBox="1"/>
          <p:nvPr/>
        </p:nvSpPr>
        <p:spPr>
          <a:xfrm>
            <a:off x="930101" y="989076"/>
            <a:ext cx="6126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Syllable 29: staying still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D5CE1A-A7A9-B4FC-8ABF-7EE576177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410" y="1948868"/>
            <a:ext cx="6338757" cy="3702123"/>
          </a:xfrm>
          <a:prstGeom prst="rect">
            <a:avLst/>
          </a:prstGeom>
        </p:spPr>
      </p:pic>
      <p:pic>
        <p:nvPicPr>
          <p:cNvPr id="10" name="syllable_sorted-id-29_(usage)_original-id-36">
            <a:hlinkClick r:id="" action="ppaction://media"/>
            <a:extLst>
              <a:ext uri="{FF2B5EF4-FFF2-40B4-BE49-F238E27FC236}">
                <a16:creationId xmlns:a16="http://schemas.microsoft.com/office/drawing/2014/main" id="{D452DC23-9CE4-AA72-741C-7042982C688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918167" y="520118"/>
            <a:ext cx="5002858" cy="500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0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D2114C-984D-7D5A-56F2-E34985F5C184}"/>
              </a:ext>
            </a:extLst>
          </p:cNvPr>
          <p:cNvSpPr txBox="1"/>
          <p:nvPr/>
        </p:nvSpPr>
        <p:spPr>
          <a:xfrm>
            <a:off x="838200" y="681037"/>
            <a:ext cx="61264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Syllable 29: staying still</a:t>
            </a:r>
          </a:p>
          <a:p>
            <a:r>
              <a:rPr lang="en-US" sz="3200" dirty="0"/>
              <a:t>(</a:t>
            </a:r>
            <a:r>
              <a:rPr lang="en-US" sz="3200" dirty="0" err="1"/>
              <a:t>cort+saline</a:t>
            </a:r>
            <a:r>
              <a:rPr lang="en-US" sz="3200" dirty="0"/>
              <a:t> vs. </a:t>
            </a:r>
            <a:r>
              <a:rPr lang="en-US" sz="3200" dirty="0" err="1"/>
              <a:t>cort+ketamine</a:t>
            </a:r>
            <a:r>
              <a:rPr lang="en-US" sz="3200" dirty="0"/>
              <a:t>)</a:t>
            </a:r>
          </a:p>
          <a:p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5C1CD9-9F81-6254-27CC-35D4C4221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02972"/>
            <a:ext cx="7177879" cy="397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450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E547623-04F8-A42A-8A62-2330BC526760}"/>
              </a:ext>
            </a:extLst>
          </p:cNvPr>
          <p:cNvSpPr txBox="1"/>
          <p:nvPr/>
        </p:nvSpPr>
        <p:spPr>
          <a:xfrm>
            <a:off x="911051" y="815504"/>
            <a:ext cx="61264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Syllable 15: Moving down from heads up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A833DF-E183-3131-2E48-9A989DA37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76" y="2042809"/>
            <a:ext cx="6344280" cy="3575378"/>
          </a:xfrm>
          <a:prstGeom prst="rect">
            <a:avLst/>
          </a:prstGeom>
        </p:spPr>
      </p:pic>
      <p:pic>
        <p:nvPicPr>
          <p:cNvPr id="4" name="syllable_sorted-id-15_(usage)_original-id-01">
            <a:hlinkClick r:id="" action="ppaction://media"/>
            <a:extLst>
              <a:ext uri="{FF2B5EF4-FFF2-40B4-BE49-F238E27FC236}">
                <a16:creationId xmlns:a16="http://schemas.microsoft.com/office/drawing/2014/main" id="{292582B5-B980-AD81-2117-C0C8B4C683B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937375" y="479425"/>
            <a:ext cx="5138762" cy="513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32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F043D4C-B720-1C67-E78E-91353AAE5AEA}"/>
              </a:ext>
            </a:extLst>
          </p:cNvPr>
          <p:cNvSpPr txBox="1"/>
          <p:nvPr/>
        </p:nvSpPr>
        <p:spPr>
          <a:xfrm>
            <a:off x="838200" y="681037"/>
            <a:ext cx="79139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Syllable 15: Moving down from heads up  </a:t>
            </a:r>
          </a:p>
          <a:p>
            <a:r>
              <a:rPr lang="en-US" sz="3200" dirty="0"/>
              <a:t>(</a:t>
            </a:r>
            <a:r>
              <a:rPr lang="en-US" sz="3200" dirty="0" err="1"/>
              <a:t>cort+saline</a:t>
            </a:r>
            <a:r>
              <a:rPr lang="en-US" sz="3200" dirty="0"/>
              <a:t> vs. </a:t>
            </a:r>
            <a:r>
              <a:rPr lang="en-US" sz="3200" dirty="0" err="1"/>
              <a:t>cort+ketamine</a:t>
            </a:r>
            <a:r>
              <a:rPr lang="en-US" sz="3200" dirty="0"/>
              <a:t>)</a:t>
            </a:r>
          </a:p>
          <a:p>
            <a:endParaRPr lang="en-US" sz="3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C09D8E-2895-966E-5495-14CF88DDE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006" y="1970315"/>
            <a:ext cx="7364911" cy="408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406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E547623-04F8-A42A-8A62-2330BC526760}"/>
              </a:ext>
            </a:extLst>
          </p:cNvPr>
          <p:cNvSpPr txBox="1"/>
          <p:nvPr/>
        </p:nvSpPr>
        <p:spPr>
          <a:xfrm>
            <a:off x="956771" y="1008367"/>
            <a:ext cx="6126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Syllable 9: Turning left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F2676B-30D8-9F8C-1F55-822CCF854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124" y="2203704"/>
            <a:ext cx="5879255" cy="3353541"/>
          </a:xfrm>
          <a:prstGeom prst="rect">
            <a:avLst/>
          </a:prstGeom>
        </p:spPr>
      </p:pic>
      <p:pic>
        <p:nvPicPr>
          <p:cNvPr id="6" name="syllable_sorted-id-09_(usage)_original-id-31">
            <a:hlinkClick r:id="" action="ppaction://media"/>
            <a:extLst>
              <a:ext uri="{FF2B5EF4-FFF2-40B4-BE49-F238E27FC236}">
                <a16:creationId xmlns:a16="http://schemas.microsoft.com/office/drawing/2014/main" id="{063A450A-9B1E-AAD7-52EC-6D9775850D7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19455" y="253746"/>
            <a:ext cx="5303499" cy="530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00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70120B-8067-CB08-588F-F82616908D39}"/>
              </a:ext>
            </a:extLst>
          </p:cNvPr>
          <p:cNvSpPr txBox="1"/>
          <p:nvPr/>
        </p:nvSpPr>
        <p:spPr>
          <a:xfrm>
            <a:off x="838200" y="540281"/>
            <a:ext cx="61264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Syllable 9: Turning left</a:t>
            </a:r>
          </a:p>
          <a:p>
            <a:r>
              <a:rPr lang="en-US" sz="3200" dirty="0"/>
              <a:t>(</a:t>
            </a:r>
            <a:r>
              <a:rPr lang="en-US" sz="3200" dirty="0" err="1"/>
              <a:t>cort+saline</a:t>
            </a:r>
            <a:r>
              <a:rPr lang="en-US" sz="3200" dirty="0"/>
              <a:t> vs. </a:t>
            </a:r>
            <a:r>
              <a:rPr lang="en-US" sz="3200" dirty="0" err="1"/>
              <a:t>cort+ketamine</a:t>
            </a:r>
            <a:r>
              <a:rPr lang="en-US" sz="3200" dirty="0"/>
              <a:t>)</a:t>
            </a:r>
          </a:p>
          <a:p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F6FC8C-0ED9-EC84-4FAB-992BF2578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4851"/>
            <a:ext cx="7456652" cy="424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2192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F81F5E-66D2-ABE0-1F33-6A4D671F3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21" y="88494"/>
            <a:ext cx="8177463" cy="66810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12460A-7119-5F30-CAF7-AE6404F0CCC0}"/>
              </a:ext>
            </a:extLst>
          </p:cNvPr>
          <p:cNvSpPr txBox="1"/>
          <p:nvPr/>
        </p:nvSpPr>
        <p:spPr>
          <a:xfrm>
            <a:off x="8714229" y="2513920"/>
            <a:ext cx="30887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washout session, there syllable 33, 45(grooming) both have a high probability of transitioning to syllable 29 (staying still)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6900C08-36E1-3C2F-F3F0-C3B9071CE4AD}"/>
              </a:ext>
            </a:extLst>
          </p:cNvPr>
          <p:cNvSpPr/>
          <p:nvPr/>
        </p:nvSpPr>
        <p:spPr>
          <a:xfrm>
            <a:off x="4379976" y="3767328"/>
            <a:ext cx="365760" cy="24414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EF5F41-41E6-E98B-27B2-FC22BF6BFB6C}"/>
              </a:ext>
            </a:extLst>
          </p:cNvPr>
          <p:cNvSpPr txBox="1"/>
          <p:nvPr/>
        </p:nvSpPr>
        <p:spPr>
          <a:xfrm>
            <a:off x="8714229" y="1213104"/>
            <a:ext cx="308874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Transition Matrix – Cort washout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6991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407A8-6D3A-CB3F-A304-08583886D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88DF9-541A-6AD6-EBFB-E9261B99C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08454D-DCE4-5D56-310E-EF923CD36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4" y="919163"/>
            <a:ext cx="6145998" cy="5019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E5D735-CEB3-662B-285E-18B95D22D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19162"/>
            <a:ext cx="6055201" cy="501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360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3E985-E96B-4584-2858-7EBACE7F5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EA4F9-814B-14FD-75A9-C2374DBC0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B0824-CEE3-8373-C1DC-D5FD3A159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17" y="1082138"/>
            <a:ext cx="5764223" cy="46937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F69462-D055-F67C-61C0-6200FB6D1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27906"/>
            <a:ext cx="5701883" cy="469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672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223</Words>
  <Application>Microsoft Macintosh PowerPoint</Application>
  <PresentationFormat>Widescreen</PresentationFormat>
  <Paragraphs>28</Paragraphs>
  <Slides>24</Slides>
  <Notes>1</Notes>
  <HiddenSlides>0</HiddenSlides>
  <MMClips>6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Tuning Hyperparameter Chose Kappa = 4.00e+07 (closest to the PCA Changepoint - yellow line) Used 11 pcs, maximum of 60 syllables</vt:lpstr>
      <vt:lpstr>Timeline</vt:lpstr>
      <vt:lpstr>PowerPoint Presentation</vt:lpstr>
      <vt:lpstr>Cort baseline1 vs. Cort baseline2</vt:lpstr>
      <vt:lpstr>Cort baseline2 vs. Cort 1week</vt:lpstr>
      <vt:lpstr>Cort baseline2 vs. Cort 2week</vt:lpstr>
      <vt:lpstr>Cort baseline2 vs. Cort 3week</vt:lpstr>
      <vt:lpstr>Cort baseline2 vs. Cort washout</vt:lpstr>
      <vt:lpstr>Cort basline2 vs Cort washout FDR test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 Yang</dc:creator>
  <cp:lastModifiedBy>YangMohan</cp:lastModifiedBy>
  <cp:revision>23</cp:revision>
  <dcterms:created xsi:type="dcterms:W3CDTF">2025-11-10T22:36:46Z</dcterms:created>
  <dcterms:modified xsi:type="dcterms:W3CDTF">2025-12-03T22:46:59Z</dcterms:modified>
</cp:coreProperties>
</file>